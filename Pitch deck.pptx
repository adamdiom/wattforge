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64"/>
  </p:normalViewPr>
  <p:slideViewPr>
    <p:cSldViewPr snapToGrid="0">
      <p:cViewPr>
        <p:scale>
          <a:sx n="97" d="100"/>
          <a:sy n="97" d="100"/>
        </p:scale>
        <p:origin x="2504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7C8C0-76F9-A64C-A904-652E940A5717}" type="doc">
      <dgm:prSet loTypeId="urn:microsoft.com/office/officeart/2005/8/layout/pyramid2" loCatId="" qsTypeId="urn:microsoft.com/office/officeart/2005/8/quickstyle/simple1" qsCatId="simple" csTypeId="urn:microsoft.com/office/officeart/2005/8/colors/colorful2" csCatId="colorful" phldr="1"/>
      <dgm:spPr/>
    </dgm:pt>
    <dgm:pt modelId="{B39C68D3-2B26-F840-9DE9-88FD40F728BE}">
      <dgm:prSet phldrT="[Text]"/>
      <dgm:spPr/>
      <dgm:t>
        <a:bodyPr/>
        <a:lstStyle/>
        <a:p>
          <a:r>
            <a:rPr lang="en-GB" dirty="0"/>
            <a:t>Upload</a:t>
          </a:r>
        </a:p>
      </dgm:t>
    </dgm:pt>
    <dgm:pt modelId="{4377FE51-DA58-AA4A-A07D-B40468CD017E}" type="parTrans" cxnId="{F0865DBE-730B-3746-8AFC-FA30FAD4CBF4}">
      <dgm:prSet/>
      <dgm:spPr/>
      <dgm:t>
        <a:bodyPr/>
        <a:lstStyle/>
        <a:p>
          <a:endParaRPr lang="en-GB"/>
        </a:p>
      </dgm:t>
    </dgm:pt>
    <dgm:pt modelId="{E1A0574E-2107-D249-82C1-A915FCA9F969}" type="sibTrans" cxnId="{F0865DBE-730B-3746-8AFC-FA30FAD4CBF4}">
      <dgm:prSet/>
      <dgm:spPr/>
      <dgm:t>
        <a:bodyPr/>
        <a:lstStyle/>
        <a:p>
          <a:endParaRPr lang="en-GB"/>
        </a:p>
      </dgm:t>
    </dgm:pt>
    <dgm:pt modelId="{BF80D8FE-0037-D240-A708-6B3A58D1FAF9}">
      <dgm:prSet phldrT="[Text]"/>
      <dgm:spPr/>
      <dgm:t>
        <a:bodyPr/>
        <a:lstStyle/>
        <a:p>
          <a:r>
            <a:rPr lang="en-GB" dirty="0"/>
            <a:t>Analyse</a:t>
          </a:r>
        </a:p>
      </dgm:t>
    </dgm:pt>
    <dgm:pt modelId="{BE146566-DC8F-F645-B484-687FE27B04B8}" type="parTrans" cxnId="{F7159B9A-5FB5-5440-9B20-8C6A62A4164E}">
      <dgm:prSet/>
      <dgm:spPr/>
      <dgm:t>
        <a:bodyPr/>
        <a:lstStyle/>
        <a:p>
          <a:endParaRPr lang="en-GB"/>
        </a:p>
      </dgm:t>
    </dgm:pt>
    <dgm:pt modelId="{77587BC2-1A51-5944-9B20-65FEB7D916E0}" type="sibTrans" cxnId="{F7159B9A-5FB5-5440-9B20-8C6A62A4164E}">
      <dgm:prSet/>
      <dgm:spPr/>
      <dgm:t>
        <a:bodyPr/>
        <a:lstStyle/>
        <a:p>
          <a:endParaRPr lang="en-GB"/>
        </a:p>
      </dgm:t>
    </dgm:pt>
    <dgm:pt modelId="{15C501E7-AAA0-4347-BBB5-703CAF991372}">
      <dgm:prSet phldrT="[Text]"/>
      <dgm:spPr/>
      <dgm:t>
        <a:bodyPr/>
        <a:lstStyle/>
        <a:p>
          <a:r>
            <a:rPr lang="en-GB" dirty="0"/>
            <a:t>Insights</a:t>
          </a:r>
        </a:p>
      </dgm:t>
    </dgm:pt>
    <dgm:pt modelId="{E80D83A4-78ED-004C-8959-BE892C734176}" type="parTrans" cxnId="{EEFF8386-397E-7443-9160-EA87B6695A73}">
      <dgm:prSet/>
      <dgm:spPr/>
      <dgm:t>
        <a:bodyPr/>
        <a:lstStyle/>
        <a:p>
          <a:endParaRPr lang="en-GB"/>
        </a:p>
      </dgm:t>
    </dgm:pt>
    <dgm:pt modelId="{2D73C5FD-2DC9-9746-B7DF-57CD624F573F}" type="sibTrans" cxnId="{EEFF8386-397E-7443-9160-EA87B6695A73}">
      <dgm:prSet/>
      <dgm:spPr/>
      <dgm:t>
        <a:bodyPr/>
        <a:lstStyle/>
        <a:p>
          <a:endParaRPr lang="en-GB"/>
        </a:p>
      </dgm:t>
    </dgm:pt>
    <dgm:pt modelId="{610AC713-DAD5-C74A-B294-4E40CD64D12A}" type="pres">
      <dgm:prSet presAssocID="{A857C8C0-76F9-A64C-A904-652E940A5717}" presName="compositeShape" presStyleCnt="0">
        <dgm:presLayoutVars>
          <dgm:dir/>
          <dgm:resizeHandles/>
        </dgm:presLayoutVars>
      </dgm:prSet>
      <dgm:spPr/>
    </dgm:pt>
    <dgm:pt modelId="{C1984477-C5CE-EB48-8906-62555B9577EE}" type="pres">
      <dgm:prSet presAssocID="{A857C8C0-76F9-A64C-A904-652E940A5717}" presName="pyramid" presStyleLbl="node1" presStyleIdx="0" presStyleCnt="1" custScaleX="165965"/>
      <dgm:spPr/>
    </dgm:pt>
    <dgm:pt modelId="{1E92A49D-57B1-7847-868F-C9F39EEF264F}" type="pres">
      <dgm:prSet presAssocID="{A857C8C0-76F9-A64C-A904-652E940A5717}" presName="theList" presStyleCnt="0"/>
      <dgm:spPr/>
    </dgm:pt>
    <dgm:pt modelId="{CC539CF6-83F1-FF48-88E3-0FD7B5E5FB09}" type="pres">
      <dgm:prSet presAssocID="{15C501E7-AAA0-4347-BBB5-703CAF991372}" presName="aNode" presStyleLbl="fgAcc1" presStyleIdx="0" presStyleCnt="3">
        <dgm:presLayoutVars>
          <dgm:bulletEnabled val="1"/>
        </dgm:presLayoutVars>
      </dgm:prSet>
      <dgm:spPr/>
    </dgm:pt>
    <dgm:pt modelId="{8647392E-DD58-2240-969D-B3608791C15B}" type="pres">
      <dgm:prSet presAssocID="{15C501E7-AAA0-4347-BBB5-703CAF991372}" presName="aSpace" presStyleCnt="0"/>
      <dgm:spPr/>
    </dgm:pt>
    <dgm:pt modelId="{EBCFE4DA-196C-614A-82DA-B47D2D9B855A}" type="pres">
      <dgm:prSet presAssocID="{BF80D8FE-0037-D240-A708-6B3A58D1FAF9}" presName="aNode" presStyleLbl="fgAcc1" presStyleIdx="1" presStyleCnt="3">
        <dgm:presLayoutVars>
          <dgm:bulletEnabled val="1"/>
        </dgm:presLayoutVars>
      </dgm:prSet>
      <dgm:spPr/>
    </dgm:pt>
    <dgm:pt modelId="{6EB770D1-9D9D-3A41-9228-32156FB19AB8}" type="pres">
      <dgm:prSet presAssocID="{BF80D8FE-0037-D240-A708-6B3A58D1FAF9}" presName="aSpace" presStyleCnt="0"/>
      <dgm:spPr/>
    </dgm:pt>
    <dgm:pt modelId="{7CDEF349-C3D6-DF4C-A867-493BBD73E71C}" type="pres">
      <dgm:prSet presAssocID="{B39C68D3-2B26-F840-9DE9-88FD40F728BE}" presName="aNode" presStyleLbl="fgAcc1" presStyleIdx="2" presStyleCnt="3">
        <dgm:presLayoutVars>
          <dgm:bulletEnabled val="1"/>
        </dgm:presLayoutVars>
      </dgm:prSet>
      <dgm:spPr/>
    </dgm:pt>
    <dgm:pt modelId="{2AA17683-4269-C348-B1A3-FF65E1E483D2}" type="pres">
      <dgm:prSet presAssocID="{B39C68D3-2B26-F840-9DE9-88FD40F728BE}" presName="aSpace" presStyleCnt="0"/>
      <dgm:spPr/>
    </dgm:pt>
  </dgm:ptLst>
  <dgm:cxnLst>
    <dgm:cxn modelId="{25E7AF49-9DE9-2644-B087-2DBF97CF9EAB}" type="presOf" srcId="{A857C8C0-76F9-A64C-A904-652E940A5717}" destId="{610AC713-DAD5-C74A-B294-4E40CD64D12A}" srcOrd="0" destOrd="0" presId="urn:microsoft.com/office/officeart/2005/8/layout/pyramid2"/>
    <dgm:cxn modelId="{F541F84A-D3D9-CE40-8256-4320FC682F57}" type="presOf" srcId="{BF80D8FE-0037-D240-A708-6B3A58D1FAF9}" destId="{EBCFE4DA-196C-614A-82DA-B47D2D9B855A}" srcOrd="0" destOrd="0" presId="urn:microsoft.com/office/officeart/2005/8/layout/pyramid2"/>
    <dgm:cxn modelId="{EEFF8386-397E-7443-9160-EA87B6695A73}" srcId="{A857C8C0-76F9-A64C-A904-652E940A5717}" destId="{15C501E7-AAA0-4347-BBB5-703CAF991372}" srcOrd="0" destOrd="0" parTransId="{E80D83A4-78ED-004C-8959-BE892C734176}" sibTransId="{2D73C5FD-2DC9-9746-B7DF-57CD624F573F}"/>
    <dgm:cxn modelId="{F7159B9A-5FB5-5440-9B20-8C6A62A4164E}" srcId="{A857C8C0-76F9-A64C-A904-652E940A5717}" destId="{BF80D8FE-0037-D240-A708-6B3A58D1FAF9}" srcOrd="1" destOrd="0" parTransId="{BE146566-DC8F-F645-B484-687FE27B04B8}" sibTransId="{77587BC2-1A51-5944-9B20-65FEB7D916E0}"/>
    <dgm:cxn modelId="{51A75FA9-B6B3-7F40-AE0E-554C850CB875}" type="presOf" srcId="{15C501E7-AAA0-4347-BBB5-703CAF991372}" destId="{CC539CF6-83F1-FF48-88E3-0FD7B5E5FB09}" srcOrd="0" destOrd="0" presId="urn:microsoft.com/office/officeart/2005/8/layout/pyramid2"/>
    <dgm:cxn modelId="{F0865DBE-730B-3746-8AFC-FA30FAD4CBF4}" srcId="{A857C8C0-76F9-A64C-A904-652E940A5717}" destId="{B39C68D3-2B26-F840-9DE9-88FD40F728BE}" srcOrd="2" destOrd="0" parTransId="{4377FE51-DA58-AA4A-A07D-B40468CD017E}" sibTransId="{E1A0574E-2107-D249-82C1-A915FCA9F969}"/>
    <dgm:cxn modelId="{6084A7F9-F2D7-B94D-9051-DE90900E56D3}" type="presOf" srcId="{B39C68D3-2B26-F840-9DE9-88FD40F728BE}" destId="{7CDEF349-C3D6-DF4C-A867-493BBD73E71C}" srcOrd="0" destOrd="0" presId="urn:microsoft.com/office/officeart/2005/8/layout/pyramid2"/>
    <dgm:cxn modelId="{71EC5ED8-F3FF-0445-BBDA-6AB6189ACC11}" type="presParOf" srcId="{610AC713-DAD5-C74A-B294-4E40CD64D12A}" destId="{C1984477-C5CE-EB48-8906-62555B9577EE}" srcOrd="0" destOrd="0" presId="urn:microsoft.com/office/officeart/2005/8/layout/pyramid2"/>
    <dgm:cxn modelId="{C7B2E7E2-57A5-E542-9BC2-02BB4F501151}" type="presParOf" srcId="{610AC713-DAD5-C74A-B294-4E40CD64D12A}" destId="{1E92A49D-57B1-7847-868F-C9F39EEF264F}" srcOrd="1" destOrd="0" presId="urn:microsoft.com/office/officeart/2005/8/layout/pyramid2"/>
    <dgm:cxn modelId="{235436ED-B1D0-694C-B76D-E9CC5EAB556C}" type="presParOf" srcId="{1E92A49D-57B1-7847-868F-C9F39EEF264F}" destId="{CC539CF6-83F1-FF48-88E3-0FD7B5E5FB09}" srcOrd="0" destOrd="0" presId="urn:microsoft.com/office/officeart/2005/8/layout/pyramid2"/>
    <dgm:cxn modelId="{D6596626-E734-5347-BF22-C4EBA41C007B}" type="presParOf" srcId="{1E92A49D-57B1-7847-868F-C9F39EEF264F}" destId="{8647392E-DD58-2240-969D-B3608791C15B}" srcOrd="1" destOrd="0" presId="urn:microsoft.com/office/officeart/2005/8/layout/pyramid2"/>
    <dgm:cxn modelId="{15A5A8FF-0123-164F-99AE-EB5CB75E5F9D}" type="presParOf" srcId="{1E92A49D-57B1-7847-868F-C9F39EEF264F}" destId="{EBCFE4DA-196C-614A-82DA-B47D2D9B855A}" srcOrd="2" destOrd="0" presId="urn:microsoft.com/office/officeart/2005/8/layout/pyramid2"/>
    <dgm:cxn modelId="{8AF69664-9E4E-694D-A519-D8BFE48B6DE4}" type="presParOf" srcId="{1E92A49D-57B1-7847-868F-C9F39EEF264F}" destId="{6EB770D1-9D9D-3A41-9228-32156FB19AB8}" srcOrd="3" destOrd="0" presId="urn:microsoft.com/office/officeart/2005/8/layout/pyramid2"/>
    <dgm:cxn modelId="{9FE39C93-2D73-1A40-964D-3BF9192C8AA0}" type="presParOf" srcId="{1E92A49D-57B1-7847-868F-C9F39EEF264F}" destId="{7CDEF349-C3D6-DF4C-A867-493BBD73E71C}" srcOrd="4" destOrd="0" presId="urn:microsoft.com/office/officeart/2005/8/layout/pyramid2"/>
    <dgm:cxn modelId="{260DC02F-9105-4640-A58D-7E0D08ADD6BE}" type="presParOf" srcId="{1E92A49D-57B1-7847-868F-C9F39EEF264F}" destId="{2AA17683-4269-C348-B1A3-FF65E1E483D2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EDFFB2-F0C9-4E65-9C09-6161236FD6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374AC60-51FC-49BE-A1DD-9E9FC6FC7CDF}">
      <dgm:prSet/>
      <dgm:spPr/>
      <dgm:t>
        <a:bodyPr/>
        <a:lstStyle/>
        <a:p>
          <a:pPr>
            <a:defRPr cap="all"/>
          </a:pPr>
          <a:r>
            <a:rPr lang="en-US" dirty="0"/>
            <a:t>workbook sheets as training data</a:t>
          </a:r>
        </a:p>
      </dgm:t>
    </dgm:pt>
    <dgm:pt modelId="{CDC08F2A-58A6-47C9-AD0E-7EE60DF15D83}" type="parTrans" cxnId="{A05FA344-3B76-49F4-80F7-61B835F2F392}">
      <dgm:prSet/>
      <dgm:spPr/>
      <dgm:t>
        <a:bodyPr/>
        <a:lstStyle/>
        <a:p>
          <a:endParaRPr lang="en-US"/>
        </a:p>
      </dgm:t>
    </dgm:pt>
    <dgm:pt modelId="{E80A9324-E7B4-44B2-9678-57B2438FD407}" type="sibTrans" cxnId="{A05FA344-3B76-49F4-80F7-61B835F2F392}">
      <dgm:prSet/>
      <dgm:spPr/>
      <dgm:t>
        <a:bodyPr/>
        <a:lstStyle/>
        <a:p>
          <a:endParaRPr lang="en-US"/>
        </a:p>
      </dgm:t>
    </dgm:pt>
    <dgm:pt modelId="{514D012B-F4C7-407E-A581-1E13A7CED713}">
      <dgm:prSet/>
      <dgm:spPr/>
      <dgm:t>
        <a:bodyPr/>
        <a:lstStyle/>
        <a:p>
          <a:pPr>
            <a:defRPr cap="all"/>
          </a:pPr>
          <a:r>
            <a:rPr lang="en-US" dirty="0" err="1"/>
            <a:t>FWh</a:t>
          </a:r>
          <a:r>
            <a:rPr lang="en-US" dirty="0"/>
            <a:t> </a:t>
          </a:r>
          <a:r>
            <a:rPr lang="en-US" dirty="0" err="1"/>
            <a:t>standardisation</a:t>
          </a:r>
          <a:endParaRPr lang="en-US" dirty="0"/>
        </a:p>
      </dgm:t>
    </dgm:pt>
    <dgm:pt modelId="{C060F3AA-BA50-47FB-8486-907BAECA7353}" type="parTrans" cxnId="{59739A6D-316B-49EA-BE27-0DA57AA56262}">
      <dgm:prSet/>
      <dgm:spPr/>
      <dgm:t>
        <a:bodyPr/>
        <a:lstStyle/>
        <a:p>
          <a:endParaRPr lang="en-US"/>
        </a:p>
      </dgm:t>
    </dgm:pt>
    <dgm:pt modelId="{B90D353C-5841-444A-92EB-245995204459}" type="sibTrans" cxnId="{59739A6D-316B-49EA-BE27-0DA57AA56262}">
      <dgm:prSet/>
      <dgm:spPr/>
      <dgm:t>
        <a:bodyPr/>
        <a:lstStyle/>
        <a:p>
          <a:endParaRPr lang="en-US"/>
        </a:p>
      </dgm:t>
    </dgm:pt>
    <dgm:pt modelId="{EF851B05-D942-4BD7-A894-B7C2DB44BAF0}">
      <dgm:prSet/>
      <dgm:spPr/>
      <dgm:t>
        <a:bodyPr/>
        <a:lstStyle/>
        <a:p>
          <a:pPr>
            <a:defRPr cap="all"/>
          </a:pPr>
          <a:r>
            <a:rPr lang="en-US"/>
            <a:t>EV approximations</a:t>
          </a:r>
        </a:p>
      </dgm:t>
    </dgm:pt>
    <dgm:pt modelId="{18EA0693-5E73-4543-9B17-962F9B5EA472}" type="parTrans" cxnId="{EF7E7A44-7097-44EC-9835-FF423DE82C5D}">
      <dgm:prSet/>
      <dgm:spPr/>
      <dgm:t>
        <a:bodyPr/>
        <a:lstStyle/>
        <a:p>
          <a:endParaRPr lang="en-US"/>
        </a:p>
      </dgm:t>
    </dgm:pt>
    <dgm:pt modelId="{F94F88AB-CD8A-426D-8F59-C7DF338DC9F8}" type="sibTrans" cxnId="{EF7E7A44-7097-44EC-9835-FF423DE82C5D}">
      <dgm:prSet/>
      <dgm:spPr/>
      <dgm:t>
        <a:bodyPr/>
        <a:lstStyle/>
        <a:p>
          <a:endParaRPr lang="en-US"/>
        </a:p>
      </dgm:t>
    </dgm:pt>
    <dgm:pt modelId="{41BF1847-A57C-4C91-8E2B-0B4518A388F9}">
      <dgm:prSet/>
      <dgm:spPr/>
      <dgm:t>
        <a:bodyPr/>
        <a:lstStyle/>
        <a:p>
          <a:pPr>
            <a:defRPr cap="all"/>
          </a:pPr>
          <a:r>
            <a:rPr lang="en-US"/>
            <a:t>Weather forecasts</a:t>
          </a:r>
        </a:p>
      </dgm:t>
    </dgm:pt>
    <dgm:pt modelId="{6E1FEE56-AE24-443B-A5E5-751E9017887A}" type="parTrans" cxnId="{03296B6D-CE67-432F-8370-DEFA17BA55CC}">
      <dgm:prSet/>
      <dgm:spPr/>
      <dgm:t>
        <a:bodyPr/>
        <a:lstStyle/>
        <a:p>
          <a:endParaRPr lang="en-US"/>
        </a:p>
      </dgm:t>
    </dgm:pt>
    <dgm:pt modelId="{F8581EC8-67D0-48C5-ACFD-65C605EA8AAB}" type="sibTrans" cxnId="{03296B6D-CE67-432F-8370-DEFA17BA55CC}">
      <dgm:prSet/>
      <dgm:spPr/>
      <dgm:t>
        <a:bodyPr/>
        <a:lstStyle/>
        <a:p>
          <a:endParaRPr lang="en-US"/>
        </a:p>
      </dgm:t>
    </dgm:pt>
    <dgm:pt modelId="{60247291-1A86-4938-B7EA-3D84389CCE8F}" type="pres">
      <dgm:prSet presAssocID="{14EDFFB2-F0C9-4E65-9C09-6161236FD6D8}" presName="root" presStyleCnt="0">
        <dgm:presLayoutVars>
          <dgm:dir/>
          <dgm:resizeHandles val="exact"/>
        </dgm:presLayoutVars>
      </dgm:prSet>
      <dgm:spPr/>
    </dgm:pt>
    <dgm:pt modelId="{ACD60106-4A79-4FAA-BAB1-4DEA68D7C484}" type="pres">
      <dgm:prSet presAssocID="{A374AC60-51FC-49BE-A1DD-9E9FC6FC7CDF}" presName="compNode" presStyleCnt="0"/>
      <dgm:spPr/>
    </dgm:pt>
    <dgm:pt modelId="{57B4F5D8-FC57-49BC-91B2-4629EF67F3F9}" type="pres">
      <dgm:prSet presAssocID="{A374AC60-51FC-49BE-A1DD-9E9FC6FC7CDF}" presName="iconBgRect" presStyleLbl="bgShp" presStyleIdx="0" presStyleCnt="4"/>
      <dgm:spPr/>
    </dgm:pt>
    <dgm:pt modelId="{558D9742-F615-40CB-B027-BE08E2A07376}" type="pres">
      <dgm:prSet presAssocID="{A374AC60-51FC-49BE-A1DD-9E9FC6FC7CD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C96F30C-687A-4BBA-B74D-D4113B6C34D5}" type="pres">
      <dgm:prSet presAssocID="{A374AC60-51FC-49BE-A1DD-9E9FC6FC7CDF}" presName="spaceRect" presStyleCnt="0"/>
      <dgm:spPr/>
    </dgm:pt>
    <dgm:pt modelId="{1091F260-6778-428A-8DE8-6E508E834072}" type="pres">
      <dgm:prSet presAssocID="{A374AC60-51FC-49BE-A1DD-9E9FC6FC7CDF}" presName="textRect" presStyleLbl="revTx" presStyleIdx="0" presStyleCnt="4">
        <dgm:presLayoutVars>
          <dgm:chMax val="1"/>
          <dgm:chPref val="1"/>
        </dgm:presLayoutVars>
      </dgm:prSet>
      <dgm:spPr/>
    </dgm:pt>
    <dgm:pt modelId="{992EEB4A-7232-417D-AB52-8FCDD83C06F0}" type="pres">
      <dgm:prSet presAssocID="{E80A9324-E7B4-44B2-9678-57B2438FD407}" presName="sibTrans" presStyleCnt="0"/>
      <dgm:spPr/>
    </dgm:pt>
    <dgm:pt modelId="{EEC0B96E-48E8-4180-B8EE-E564596E53E5}" type="pres">
      <dgm:prSet presAssocID="{514D012B-F4C7-407E-A581-1E13A7CED713}" presName="compNode" presStyleCnt="0"/>
      <dgm:spPr/>
    </dgm:pt>
    <dgm:pt modelId="{4CBCDC2E-F721-4472-8570-A2731C75698D}" type="pres">
      <dgm:prSet presAssocID="{514D012B-F4C7-407E-A581-1E13A7CED713}" presName="iconBgRect" presStyleLbl="bgShp" presStyleIdx="1" presStyleCnt="4"/>
      <dgm:spPr/>
    </dgm:pt>
    <dgm:pt modelId="{AC21BFAD-02E8-4195-A75A-CE11BDC2959C}" type="pres">
      <dgm:prSet presAssocID="{514D012B-F4C7-407E-A581-1E13A7CED71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43052B3-70BE-45F8-9FF8-E234BDB0C21F}" type="pres">
      <dgm:prSet presAssocID="{514D012B-F4C7-407E-A581-1E13A7CED713}" presName="spaceRect" presStyleCnt="0"/>
      <dgm:spPr/>
    </dgm:pt>
    <dgm:pt modelId="{C1108C45-FA44-4913-A6DC-B0A2D9AACF8B}" type="pres">
      <dgm:prSet presAssocID="{514D012B-F4C7-407E-A581-1E13A7CED713}" presName="textRect" presStyleLbl="revTx" presStyleIdx="1" presStyleCnt="4">
        <dgm:presLayoutVars>
          <dgm:chMax val="1"/>
          <dgm:chPref val="1"/>
        </dgm:presLayoutVars>
      </dgm:prSet>
      <dgm:spPr/>
    </dgm:pt>
    <dgm:pt modelId="{06212B5C-C44E-445E-9742-1AF8B00FFF7E}" type="pres">
      <dgm:prSet presAssocID="{B90D353C-5841-444A-92EB-245995204459}" presName="sibTrans" presStyleCnt="0"/>
      <dgm:spPr/>
    </dgm:pt>
    <dgm:pt modelId="{E6D3AB4C-9ACC-44CD-B6CB-755BF19A6385}" type="pres">
      <dgm:prSet presAssocID="{EF851B05-D942-4BD7-A894-B7C2DB44BAF0}" presName="compNode" presStyleCnt="0"/>
      <dgm:spPr/>
    </dgm:pt>
    <dgm:pt modelId="{C0DFA7B5-5BBF-485E-99BD-4DD5CE16EB77}" type="pres">
      <dgm:prSet presAssocID="{EF851B05-D942-4BD7-A894-B7C2DB44BAF0}" presName="iconBgRect" presStyleLbl="bgShp" presStyleIdx="2" presStyleCnt="4"/>
      <dgm:spPr/>
    </dgm:pt>
    <dgm:pt modelId="{7B113EE5-A054-421E-9440-D9B3113B408F}" type="pres">
      <dgm:prSet presAssocID="{EF851B05-D942-4BD7-A894-B7C2DB44BA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D26C3FA-FEC0-4D6C-A9F8-2FF244C53B6D}" type="pres">
      <dgm:prSet presAssocID="{EF851B05-D942-4BD7-A894-B7C2DB44BAF0}" presName="spaceRect" presStyleCnt="0"/>
      <dgm:spPr/>
    </dgm:pt>
    <dgm:pt modelId="{5B043C16-9EA4-411C-8558-31C3069C5942}" type="pres">
      <dgm:prSet presAssocID="{EF851B05-D942-4BD7-A894-B7C2DB44BAF0}" presName="textRect" presStyleLbl="revTx" presStyleIdx="2" presStyleCnt="4">
        <dgm:presLayoutVars>
          <dgm:chMax val="1"/>
          <dgm:chPref val="1"/>
        </dgm:presLayoutVars>
      </dgm:prSet>
      <dgm:spPr/>
    </dgm:pt>
    <dgm:pt modelId="{499BC747-D3A7-4F17-9221-3DE28DEAD86F}" type="pres">
      <dgm:prSet presAssocID="{F94F88AB-CD8A-426D-8F59-C7DF338DC9F8}" presName="sibTrans" presStyleCnt="0"/>
      <dgm:spPr/>
    </dgm:pt>
    <dgm:pt modelId="{AC1E1208-38C9-437D-91B3-FAC46DBED0D5}" type="pres">
      <dgm:prSet presAssocID="{41BF1847-A57C-4C91-8E2B-0B4518A388F9}" presName="compNode" presStyleCnt="0"/>
      <dgm:spPr/>
    </dgm:pt>
    <dgm:pt modelId="{6D2B3B26-4329-4D62-B8BB-D3D0B266E18A}" type="pres">
      <dgm:prSet presAssocID="{41BF1847-A57C-4C91-8E2B-0B4518A388F9}" presName="iconBgRect" presStyleLbl="bgShp" presStyleIdx="3" presStyleCnt="4"/>
      <dgm:spPr/>
    </dgm:pt>
    <dgm:pt modelId="{6CCAF788-6626-4CE5-BA63-0001A562E5D2}" type="pres">
      <dgm:prSet presAssocID="{41BF1847-A57C-4C91-8E2B-0B4518A388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361A387B-AA96-4E21-9032-C343DA97B06D}" type="pres">
      <dgm:prSet presAssocID="{41BF1847-A57C-4C91-8E2B-0B4518A388F9}" presName="spaceRect" presStyleCnt="0"/>
      <dgm:spPr/>
    </dgm:pt>
    <dgm:pt modelId="{22128BF7-2D2F-45C3-B3EA-D8CA48CCA2D8}" type="pres">
      <dgm:prSet presAssocID="{41BF1847-A57C-4C91-8E2B-0B4518A388F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048317-E1BE-4DAC-9BD4-C37238E87267}" type="presOf" srcId="{14EDFFB2-F0C9-4E65-9C09-6161236FD6D8}" destId="{60247291-1A86-4938-B7EA-3D84389CCE8F}" srcOrd="0" destOrd="0" presId="urn:microsoft.com/office/officeart/2018/5/layout/IconCircleLabelList"/>
    <dgm:cxn modelId="{5DAA9828-8498-4154-89B9-6C4162A7EF60}" type="presOf" srcId="{514D012B-F4C7-407E-A581-1E13A7CED713}" destId="{C1108C45-FA44-4913-A6DC-B0A2D9AACF8B}" srcOrd="0" destOrd="0" presId="urn:microsoft.com/office/officeart/2018/5/layout/IconCircleLabelList"/>
    <dgm:cxn modelId="{EF7E7A44-7097-44EC-9835-FF423DE82C5D}" srcId="{14EDFFB2-F0C9-4E65-9C09-6161236FD6D8}" destId="{EF851B05-D942-4BD7-A894-B7C2DB44BAF0}" srcOrd="2" destOrd="0" parTransId="{18EA0693-5E73-4543-9B17-962F9B5EA472}" sibTransId="{F94F88AB-CD8A-426D-8F59-C7DF338DC9F8}"/>
    <dgm:cxn modelId="{A05FA344-3B76-49F4-80F7-61B835F2F392}" srcId="{14EDFFB2-F0C9-4E65-9C09-6161236FD6D8}" destId="{A374AC60-51FC-49BE-A1DD-9E9FC6FC7CDF}" srcOrd="0" destOrd="0" parTransId="{CDC08F2A-58A6-47C9-AD0E-7EE60DF15D83}" sibTransId="{E80A9324-E7B4-44B2-9678-57B2438FD407}"/>
    <dgm:cxn modelId="{03296B6D-CE67-432F-8370-DEFA17BA55CC}" srcId="{14EDFFB2-F0C9-4E65-9C09-6161236FD6D8}" destId="{41BF1847-A57C-4C91-8E2B-0B4518A388F9}" srcOrd="3" destOrd="0" parTransId="{6E1FEE56-AE24-443B-A5E5-751E9017887A}" sibTransId="{F8581EC8-67D0-48C5-ACFD-65C605EA8AAB}"/>
    <dgm:cxn modelId="{59739A6D-316B-49EA-BE27-0DA57AA56262}" srcId="{14EDFFB2-F0C9-4E65-9C09-6161236FD6D8}" destId="{514D012B-F4C7-407E-A581-1E13A7CED713}" srcOrd="1" destOrd="0" parTransId="{C060F3AA-BA50-47FB-8486-907BAECA7353}" sibTransId="{B90D353C-5841-444A-92EB-245995204459}"/>
    <dgm:cxn modelId="{9A1E2B78-51ED-4C72-A33D-B2A60A8FAD59}" type="presOf" srcId="{EF851B05-D942-4BD7-A894-B7C2DB44BAF0}" destId="{5B043C16-9EA4-411C-8558-31C3069C5942}" srcOrd="0" destOrd="0" presId="urn:microsoft.com/office/officeart/2018/5/layout/IconCircleLabelList"/>
    <dgm:cxn modelId="{DE74339A-3D17-44F8-8E22-166C6DDB2BBB}" type="presOf" srcId="{A374AC60-51FC-49BE-A1DD-9E9FC6FC7CDF}" destId="{1091F260-6778-428A-8DE8-6E508E834072}" srcOrd="0" destOrd="0" presId="urn:microsoft.com/office/officeart/2018/5/layout/IconCircleLabelList"/>
    <dgm:cxn modelId="{E7AD0FB0-DA04-455A-82D5-7B862110E312}" type="presOf" srcId="{41BF1847-A57C-4C91-8E2B-0B4518A388F9}" destId="{22128BF7-2D2F-45C3-B3EA-D8CA48CCA2D8}" srcOrd="0" destOrd="0" presId="urn:microsoft.com/office/officeart/2018/5/layout/IconCircleLabelList"/>
    <dgm:cxn modelId="{BA230A26-132C-4FD6-AF2C-BE8CC7094E84}" type="presParOf" srcId="{60247291-1A86-4938-B7EA-3D84389CCE8F}" destId="{ACD60106-4A79-4FAA-BAB1-4DEA68D7C484}" srcOrd="0" destOrd="0" presId="urn:microsoft.com/office/officeart/2018/5/layout/IconCircleLabelList"/>
    <dgm:cxn modelId="{D5F66584-8B34-48ED-B637-FD1687807A31}" type="presParOf" srcId="{ACD60106-4A79-4FAA-BAB1-4DEA68D7C484}" destId="{57B4F5D8-FC57-49BC-91B2-4629EF67F3F9}" srcOrd="0" destOrd="0" presId="urn:microsoft.com/office/officeart/2018/5/layout/IconCircleLabelList"/>
    <dgm:cxn modelId="{7259CDE5-40FF-4EE3-84B7-E9F119C469A8}" type="presParOf" srcId="{ACD60106-4A79-4FAA-BAB1-4DEA68D7C484}" destId="{558D9742-F615-40CB-B027-BE08E2A07376}" srcOrd="1" destOrd="0" presId="urn:microsoft.com/office/officeart/2018/5/layout/IconCircleLabelList"/>
    <dgm:cxn modelId="{9DCF268D-734F-4FEE-8D86-AF8A5FAAC795}" type="presParOf" srcId="{ACD60106-4A79-4FAA-BAB1-4DEA68D7C484}" destId="{7C96F30C-687A-4BBA-B74D-D4113B6C34D5}" srcOrd="2" destOrd="0" presId="urn:microsoft.com/office/officeart/2018/5/layout/IconCircleLabelList"/>
    <dgm:cxn modelId="{828A18E7-D1F4-4C3C-845B-A86105E43EA4}" type="presParOf" srcId="{ACD60106-4A79-4FAA-BAB1-4DEA68D7C484}" destId="{1091F260-6778-428A-8DE8-6E508E834072}" srcOrd="3" destOrd="0" presId="urn:microsoft.com/office/officeart/2018/5/layout/IconCircleLabelList"/>
    <dgm:cxn modelId="{313018A9-8A55-489D-9421-BE1D0B216537}" type="presParOf" srcId="{60247291-1A86-4938-B7EA-3D84389CCE8F}" destId="{992EEB4A-7232-417D-AB52-8FCDD83C06F0}" srcOrd="1" destOrd="0" presId="urn:microsoft.com/office/officeart/2018/5/layout/IconCircleLabelList"/>
    <dgm:cxn modelId="{1E22FF2A-E9D8-4E21-A1F5-951715240BC7}" type="presParOf" srcId="{60247291-1A86-4938-B7EA-3D84389CCE8F}" destId="{EEC0B96E-48E8-4180-B8EE-E564596E53E5}" srcOrd="2" destOrd="0" presId="urn:microsoft.com/office/officeart/2018/5/layout/IconCircleLabelList"/>
    <dgm:cxn modelId="{6EDEDFA3-C686-4742-8B3E-9918AC5D5E1C}" type="presParOf" srcId="{EEC0B96E-48E8-4180-B8EE-E564596E53E5}" destId="{4CBCDC2E-F721-4472-8570-A2731C75698D}" srcOrd="0" destOrd="0" presId="urn:microsoft.com/office/officeart/2018/5/layout/IconCircleLabelList"/>
    <dgm:cxn modelId="{174E3406-35F2-450B-B9BE-1A51D75530B9}" type="presParOf" srcId="{EEC0B96E-48E8-4180-B8EE-E564596E53E5}" destId="{AC21BFAD-02E8-4195-A75A-CE11BDC2959C}" srcOrd="1" destOrd="0" presId="urn:microsoft.com/office/officeart/2018/5/layout/IconCircleLabelList"/>
    <dgm:cxn modelId="{515FABEE-D2DA-4860-BF03-357FB20E6E61}" type="presParOf" srcId="{EEC0B96E-48E8-4180-B8EE-E564596E53E5}" destId="{E43052B3-70BE-45F8-9FF8-E234BDB0C21F}" srcOrd="2" destOrd="0" presId="urn:microsoft.com/office/officeart/2018/5/layout/IconCircleLabelList"/>
    <dgm:cxn modelId="{2E824A57-7AB9-4FC0-A1A4-5D5034D3D5D9}" type="presParOf" srcId="{EEC0B96E-48E8-4180-B8EE-E564596E53E5}" destId="{C1108C45-FA44-4913-A6DC-B0A2D9AACF8B}" srcOrd="3" destOrd="0" presId="urn:microsoft.com/office/officeart/2018/5/layout/IconCircleLabelList"/>
    <dgm:cxn modelId="{F60B0A8E-BFFC-483C-9007-2B091CAC68D4}" type="presParOf" srcId="{60247291-1A86-4938-B7EA-3D84389CCE8F}" destId="{06212B5C-C44E-445E-9742-1AF8B00FFF7E}" srcOrd="3" destOrd="0" presId="urn:microsoft.com/office/officeart/2018/5/layout/IconCircleLabelList"/>
    <dgm:cxn modelId="{8ADD9454-CD42-4F1B-BBB7-685686CD5BB1}" type="presParOf" srcId="{60247291-1A86-4938-B7EA-3D84389CCE8F}" destId="{E6D3AB4C-9ACC-44CD-B6CB-755BF19A6385}" srcOrd="4" destOrd="0" presId="urn:microsoft.com/office/officeart/2018/5/layout/IconCircleLabelList"/>
    <dgm:cxn modelId="{B23C185A-F3C3-41C4-902A-0BDF5AA410C4}" type="presParOf" srcId="{E6D3AB4C-9ACC-44CD-B6CB-755BF19A6385}" destId="{C0DFA7B5-5BBF-485E-99BD-4DD5CE16EB77}" srcOrd="0" destOrd="0" presId="urn:microsoft.com/office/officeart/2018/5/layout/IconCircleLabelList"/>
    <dgm:cxn modelId="{1ACCE585-AD5C-4FF6-9C69-EA5B0896E760}" type="presParOf" srcId="{E6D3AB4C-9ACC-44CD-B6CB-755BF19A6385}" destId="{7B113EE5-A054-421E-9440-D9B3113B408F}" srcOrd="1" destOrd="0" presId="urn:microsoft.com/office/officeart/2018/5/layout/IconCircleLabelList"/>
    <dgm:cxn modelId="{6BB1D50C-4072-44D7-99CC-CB561B8B1E13}" type="presParOf" srcId="{E6D3AB4C-9ACC-44CD-B6CB-755BF19A6385}" destId="{2D26C3FA-FEC0-4D6C-A9F8-2FF244C53B6D}" srcOrd="2" destOrd="0" presId="urn:microsoft.com/office/officeart/2018/5/layout/IconCircleLabelList"/>
    <dgm:cxn modelId="{DFB29CB9-17CF-4FEF-BB7F-3A7E18B171AC}" type="presParOf" srcId="{E6D3AB4C-9ACC-44CD-B6CB-755BF19A6385}" destId="{5B043C16-9EA4-411C-8558-31C3069C5942}" srcOrd="3" destOrd="0" presId="urn:microsoft.com/office/officeart/2018/5/layout/IconCircleLabelList"/>
    <dgm:cxn modelId="{D6ECC2F5-C8ED-47FF-AD07-4E73D01CAA7F}" type="presParOf" srcId="{60247291-1A86-4938-B7EA-3D84389CCE8F}" destId="{499BC747-D3A7-4F17-9221-3DE28DEAD86F}" srcOrd="5" destOrd="0" presId="urn:microsoft.com/office/officeart/2018/5/layout/IconCircleLabelList"/>
    <dgm:cxn modelId="{C9FC1277-9EFC-4AB1-9877-5817FE3CDCD5}" type="presParOf" srcId="{60247291-1A86-4938-B7EA-3D84389CCE8F}" destId="{AC1E1208-38C9-437D-91B3-FAC46DBED0D5}" srcOrd="6" destOrd="0" presId="urn:microsoft.com/office/officeart/2018/5/layout/IconCircleLabelList"/>
    <dgm:cxn modelId="{A47DF2C6-6B86-4088-86E2-EED456939871}" type="presParOf" srcId="{AC1E1208-38C9-437D-91B3-FAC46DBED0D5}" destId="{6D2B3B26-4329-4D62-B8BB-D3D0B266E18A}" srcOrd="0" destOrd="0" presId="urn:microsoft.com/office/officeart/2018/5/layout/IconCircleLabelList"/>
    <dgm:cxn modelId="{8E28EDFE-C67C-4A3F-B4D4-5C5F37899C46}" type="presParOf" srcId="{AC1E1208-38C9-437D-91B3-FAC46DBED0D5}" destId="{6CCAF788-6626-4CE5-BA63-0001A562E5D2}" srcOrd="1" destOrd="0" presId="urn:microsoft.com/office/officeart/2018/5/layout/IconCircleLabelList"/>
    <dgm:cxn modelId="{6BDBF2E1-F6AD-4FFF-95FE-B4B0F0020587}" type="presParOf" srcId="{AC1E1208-38C9-437D-91B3-FAC46DBED0D5}" destId="{361A387B-AA96-4E21-9032-C343DA97B06D}" srcOrd="2" destOrd="0" presId="urn:microsoft.com/office/officeart/2018/5/layout/IconCircleLabelList"/>
    <dgm:cxn modelId="{9F69B6DD-C046-4D91-9A54-687DDACB4263}" type="presParOf" srcId="{AC1E1208-38C9-437D-91B3-FAC46DBED0D5}" destId="{22128BF7-2D2F-45C3-B3EA-D8CA48CCA2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63B3C1-E2F7-4B24-A0A5-C33183F1B07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02FC82-482B-4516-8502-2941D21FB872}">
      <dgm:prSet/>
      <dgm:spPr/>
      <dgm:t>
        <a:bodyPr/>
        <a:lstStyle/>
        <a:p>
          <a:pPr>
            <a:defRPr cap="all"/>
          </a:pPr>
          <a:r>
            <a:rPr lang="en-US"/>
            <a:t>Operational visibility</a:t>
          </a:r>
        </a:p>
      </dgm:t>
    </dgm:pt>
    <dgm:pt modelId="{A6A5E240-8D21-4385-B857-EF87221CA360}" type="parTrans" cxnId="{5D33B6FE-CAB4-4F6D-A76E-C30EAE0B2FFC}">
      <dgm:prSet/>
      <dgm:spPr/>
      <dgm:t>
        <a:bodyPr/>
        <a:lstStyle/>
        <a:p>
          <a:endParaRPr lang="en-US"/>
        </a:p>
      </dgm:t>
    </dgm:pt>
    <dgm:pt modelId="{72AB851D-EA85-49C8-96ED-9F1EA4A9FD85}" type="sibTrans" cxnId="{5D33B6FE-CAB4-4F6D-A76E-C30EAE0B2FFC}">
      <dgm:prSet/>
      <dgm:spPr/>
      <dgm:t>
        <a:bodyPr/>
        <a:lstStyle/>
        <a:p>
          <a:endParaRPr lang="en-US"/>
        </a:p>
      </dgm:t>
    </dgm:pt>
    <dgm:pt modelId="{D1A52F4D-04F2-4DDF-A36C-35497F57C7C0}">
      <dgm:prSet/>
      <dgm:spPr/>
      <dgm:t>
        <a:bodyPr/>
        <a:lstStyle/>
        <a:p>
          <a:pPr>
            <a:defRPr cap="all"/>
          </a:pPr>
          <a:r>
            <a:rPr lang="en-US" dirty="0"/>
            <a:t>Per-region </a:t>
          </a:r>
          <a:r>
            <a:rPr lang="en-US" dirty="0" err="1"/>
            <a:t>optimisation</a:t>
          </a:r>
          <a:endParaRPr lang="en-US" dirty="0"/>
        </a:p>
      </dgm:t>
    </dgm:pt>
    <dgm:pt modelId="{DCED56DA-CBF7-4A88-A22C-A03118B35C65}" type="parTrans" cxnId="{C9E3FEDD-A02E-428F-A36C-9099EEF94F37}">
      <dgm:prSet/>
      <dgm:spPr/>
      <dgm:t>
        <a:bodyPr/>
        <a:lstStyle/>
        <a:p>
          <a:endParaRPr lang="en-US"/>
        </a:p>
      </dgm:t>
    </dgm:pt>
    <dgm:pt modelId="{D636DF63-795B-4EEB-94AE-0A3043A5992E}" type="sibTrans" cxnId="{C9E3FEDD-A02E-428F-A36C-9099EEF94F37}">
      <dgm:prSet/>
      <dgm:spPr/>
      <dgm:t>
        <a:bodyPr/>
        <a:lstStyle/>
        <a:p>
          <a:endParaRPr lang="en-US"/>
        </a:p>
      </dgm:t>
    </dgm:pt>
    <dgm:pt modelId="{139696DE-12E5-4374-93EB-EC0E1F7F5F0A}">
      <dgm:prSet/>
      <dgm:spPr/>
      <dgm:t>
        <a:bodyPr/>
        <a:lstStyle/>
        <a:p>
          <a:pPr>
            <a:defRPr cap="all"/>
          </a:pPr>
          <a:r>
            <a:rPr lang="en-US"/>
            <a:t>Rapid scenario testing</a:t>
          </a:r>
        </a:p>
      </dgm:t>
    </dgm:pt>
    <dgm:pt modelId="{22240447-FAAA-4AAA-BF59-FFCD949FA47A}" type="parTrans" cxnId="{36D6A472-7A5C-4D5A-BC9D-020455349848}">
      <dgm:prSet/>
      <dgm:spPr/>
      <dgm:t>
        <a:bodyPr/>
        <a:lstStyle/>
        <a:p>
          <a:endParaRPr lang="en-US"/>
        </a:p>
      </dgm:t>
    </dgm:pt>
    <dgm:pt modelId="{8725CC40-2259-41EB-9942-AC6F41C19DF9}" type="sibTrans" cxnId="{36D6A472-7A5C-4D5A-BC9D-020455349848}">
      <dgm:prSet/>
      <dgm:spPr/>
      <dgm:t>
        <a:bodyPr/>
        <a:lstStyle/>
        <a:p>
          <a:endParaRPr lang="en-US"/>
        </a:p>
      </dgm:t>
    </dgm:pt>
    <dgm:pt modelId="{9B2B7722-C9E8-4EB8-BCC6-875B49217B33}" type="pres">
      <dgm:prSet presAssocID="{B263B3C1-E2F7-4B24-A0A5-C33183F1B073}" presName="root" presStyleCnt="0">
        <dgm:presLayoutVars>
          <dgm:dir/>
          <dgm:resizeHandles val="exact"/>
        </dgm:presLayoutVars>
      </dgm:prSet>
      <dgm:spPr/>
    </dgm:pt>
    <dgm:pt modelId="{9B0D6193-9F9D-45D7-80AC-C6094274DCEC}" type="pres">
      <dgm:prSet presAssocID="{5602FC82-482B-4516-8502-2941D21FB872}" presName="compNode" presStyleCnt="0"/>
      <dgm:spPr/>
    </dgm:pt>
    <dgm:pt modelId="{D7DA59C9-CF40-4EC2-8F84-4D26F828E4D1}" type="pres">
      <dgm:prSet presAssocID="{5602FC82-482B-4516-8502-2941D21FB872}" presName="iconBgRect" presStyleLbl="bgShp" presStyleIdx="0" presStyleCnt="3"/>
      <dgm:spPr/>
    </dgm:pt>
    <dgm:pt modelId="{03CEA016-DABF-488A-B2DA-A7CA994CB5EB}" type="pres">
      <dgm:prSet presAssocID="{5602FC82-482B-4516-8502-2941D21FB8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186A075E-1773-4882-8821-A84DA01EB3B5}" type="pres">
      <dgm:prSet presAssocID="{5602FC82-482B-4516-8502-2941D21FB872}" presName="spaceRect" presStyleCnt="0"/>
      <dgm:spPr/>
    </dgm:pt>
    <dgm:pt modelId="{E15047CB-B685-4CB9-810F-F6838B71DC27}" type="pres">
      <dgm:prSet presAssocID="{5602FC82-482B-4516-8502-2941D21FB872}" presName="textRect" presStyleLbl="revTx" presStyleIdx="0" presStyleCnt="3">
        <dgm:presLayoutVars>
          <dgm:chMax val="1"/>
          <dgm:chPref val="1"/>
        </dgm:presLayoutVars>
      </dgm:prSet>
      <dgm:spPr/>
    </dgm:pt>
    <dgm:pt modelId="{00B9C37A-ABCF-4A45-9884-F464304C74D9}" type="pres">
      <dgm:prSet presAssocID="{72AB851D-EA85-49C8-96ED-9F1EA4A9FD85}" presName="sibTrans" presStyleCnt="0"/>
      <dgm:spPr/>
    </dgm:pt>
    <dgm:pt modelId="{5A2D6889-6E07-4AE4-8D6A-BCF3A6D74C02}" type="pres">
      <dgm:prSet presAssocID="{D1A52F4D-04F2-4DDF-A36C-35497F57C7C0}" presName="compNode" presStyleCnt="0"/>
      <dgm:spPr/>
    </dgm:pt>
    <dgm:pt modelId="{D516D837-4954-40AF-911D-318574741AD1}" type="pres">
      <dgm:prSet presAssocID="{D1A52F4D-04F2-4DDF-A36C-35497F57C7C0}" presName="iconBgRect" presStyleLbl="bgShp" presStyleIdx="1" presStyleCnt="3"/>
      <dgm:spPr/>
    </dgm:pt>
    <dgm:pt modelId="{762F9D19-42A9-470C-A8A7-4024E95CED9F}" type="pres">
      <dgm:prSet presAssocID="{D1A52F4D-04F2-4DDF-A36C-35497F57C7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EE548B7F-38B9-492B-9C7E-6F5BD4157894}" type="pres">
      <dgm:prSet presAssocID="{D1A52F4D-04F2-4DDF-A36C-35497F57C7C0}" presName="spaceRect" presStyleCnt="0"/>
      <dgm:spPr/>
    </dgm:pt>
    <dgm:pt modelId="{3D8C36D8-E55D-4FB2-B2DB-DAE84A3920DC}" type="pres">
      <dgm:prSet presAssocID="{D1A52F4D-04F2-4DDF-A36C-35497F57C7C0}" presName="textRect" presStyleLbl="revTx" presStyleIdx="1" presStyleCnt="3">
        <dgm:presLayoutVars>
          <dgm:chMax val="1"/>
          <dgm:chPref val="1"/>
        </dgm:presLayoutVars>
      </dgm:prSet>
      <dgm:spPr/>
    </dgm:pt>
    <dgm:pt modelId="{0B062A3D-2682-4426-8E07-1E573A1BA3F5}" type="pres">
      <dgm:prSet presAssocID="{D636DF63-795B-4EEB-94AE-0A3043A5992E}" presName="sibTrans" presStyleCnt="0"/>
      <dgm:spPr/>
    </dgm:pt>
    <dgm:pt modelId="{92B4B2AC-FFC4-431B-ADDF-06F8CC01B73D}" type="pres">
      <dgm:prSet presAssocID="{139696DE-12E5-4374-93EB-EC0E1F7F5F0A}" presName="compNode" presStyleCnt="0"/>
      <dgm:spPr/>
    </dgm:pt>
    <dgm:pt modelId="{04597F6A-DD05-4F61-87F4-337E1A4B19A6}" type="pres">
      <dgm:prSet presAssocID="{139696DE-12E5-4374-93EB-EC0E1F7F5F0A}" presName="iconBgRect" presStyleLbl="bgShp" presStyleIdx="2" presStyleCnt="3"/>
      <dgm:spPr/>
    </dgm:pt>
    <dgm:pt modelId="{184234C5-3071-46F3-A3BC-FD8D586076ED}" type="pres">
      <dgm:prSet presAssocID="{139696DE-12E5-4374-93EB-EC0E1F7F5F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3BE1131-9A34-4B5A-BEAD-3DF8E56D9A99}" type="pres">
      <dgm:prSet presAssocID="{139696DE-12E5-4374-93EB-EC0E1F7F5F0A}" presName="spaceRect" presStyleCnt="0"/>
      <dgm:spPr/>
    </dgm:pt>
    <dgm:pt modelId="{CAE57245-AFAD-45F0-865C-E9238F15268D}" type="pres">
      <dgm:prSet presAssocID="{139696DE-12E5-4374-93EB-EC0E1F7F5F0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199B5F-B633-451C-ABA6-7C77275FC584}" type="presOf" srcId="{5602FC82-482B-4516-8502-2941D21FB872}" destId="{E15047CB-B685-4CB9-810F-F6838B71DC27}" srcOrd="0" destOrd="0" presId="urn:microsoft.com/office/officeart/2018/5/layout/IconCircleLabelList"/>
    <dgm:cxn modelId="{36D6A472-7A5C-4D5A-BC9D-020455349848}" srcId="{B263B3C1-E2F7-4B24-A0A5-C33183F1B073}" destId="{139696DE-12E5-4374-93EB-EC0E1F7F5F0A}" srcOrd="2" destOrd="0" parTransId="{22240447-FAAA-4AAA-BF59-FFCD949FA47A}" sibTransId="{8725CC40-2259-41EB-9942-AC6F41C19DF9}"/>
    <dgm:cxn modelId="{98298B85-A708-4642-BCC5-3F8864806739}" type="presOf" srcId="{139696DE-12E5-4374-93EB-EC0E1F7F5F0A}" destId="{CAE57245-AFAD-45F0-865C-E9238F15268D}" srcOrd="0" destOrd="0" presId="urn:microsoft.com/office/officeart/2018/5/layout/IconCircleLabelList"/>
    <dgm:cxn modelId="{63497A9D-8F0F-48DF-9033-1DBBE34557BF}" type="presOf" srcId="{D1A52F4D-04F2-4DDF-A36C-35497F57C7C0}" destId="{3D8C36D8-E55D-4FB2-B2DB-DAE84A3920DC}" srcOrd="0" destOrd="0" presId="urn:microsoft.com/office/officeart/2018/5/layout/IconCircleLabelList"/>
    <dgm:cxn modelId="{FFA0ACB3-9C06-4B37-B376-E6DA62D0A397}" type="presOf" srcId="{B263B3C1-E2F7-4B24-A0A5-C33183F1B073}" destId="{9B2B7722-C9E8-4EB8-BCC6-875B49217B33}" srcOrd="0" destOrd="0" presId="urn:microsoft.com/office/officeart/2018/5/layout/IconCircleLabelList"/>
    <dgm:cxn modelId="{C9E3FEDD-A02E-428F-A36C-9099EEF94F37}" srcId="{B263B3C1-E2F7-4B24-A0A5-C33183F1B073}" destId="{D1A52F4D-04F2-4DDF-A36C-35497F57C7C0}" srcOrd="1" destOrd="0" parTransId="{DCED56DA-CBF7-4A88-A22C-A03118B35C65}" sibTransId="{D636DF63-795B-4EEB-94AE-0A3043A5992E}"/>
    <dgm:cxn modelId="{5D33B6FE-CAB4-4F6D-A76E-C30EAE0B2FFC}" srcId="{B263B3C1-E2F7-4B24-A0A5-C33183F1B073}" destId="{5602FC82-482B-4516-8502-2941D21FB872}" srcOrd="0" destOrd="0" parTransId="{A6A5E240-8D21-4385-B857-EF87221CA360}" sibTransId="{72AB851D-EA85-49C8-96ED-9F1EA4A9FD85}"/>
    <dgm:cxn modelId="{D57D179C-349F-44C4-9DCA-199B584D53AA}" type="presParOf" srcId="{9B2B7722-C9E8-4EB8-BCC6-875B49217B33}" destId="{9B0D6193-9F9D-45D7-80AC-C6094274DCEC}" srcOrd="0" destOrd="0" presId="urn:microsoft.com/office/officeart/2018/5/layout/IconCircleLabelList"/>
    <dgm:cxn modelId="{79B7E463-2B5D-4138-A2FD-CCDA5AFDD144}" type="presParOf" srcId="{9B0D6193-9F9D-45D7-80AC-C6094274DCEC}" destId="{D7DA59C9-CF40-4EC2-8F84-4D26F828E4D1}" srcOrd="0" destOrd="0" presId="urn:microsoft.com/office/officeart/2018/5/layout/IconCircleLabelList"/>
    <dgm:cxn modelId="{DC46AF21-B260-4F0F-9692-BF452087DF0B}" type="presParOf" srcId="{9B0D6193-9F9D-45D7-80AC-C6094274DCEC}" destId="{03CEA016-DABF-488A-B2DA-A7CA994CB5EB}" srcOrd="1" destOrd="0" presId="urn:microsoft.com/office/officeart/2018/5/layout/IconCircleLabelList"/>
    <dgm:cxn modelId="{9BF6CDB4-34BE-4B05-B3D3-BFCC8DB8161E}" type="presParOf" srcId="{9B0D6193-9F9D-45D7-80AC-C6094274DCEC}" destId="{186A075E-1773-4882-8821-A84DA01EB3B5}" srcOrd="2" destOrd="0" presId="urn:microsoft.com/office/officeart/2018/5/layout/IconCircleLabelList"/>
    <dgm:cxn modelId="{142D5CC0-F4F7-4314-B2B5-927EF125156E}" type="presParOf" srcId="{9B0D6193-9F9D-45D7-80AC-C6094274DCEC}" destId="{E15047CB-B685-4CB9-810F-F6838B71DC27}" srcOrd="3" destOrd="0" presId="urn:microsoft.com/office/officeart/2018/5/layout/IconCircleLabelList"/>
    <dgm:cxn modelId="{32142C68-7C2D-455B-B824-28F5FD46EA36}" type="presParOf" srcId="{9B2B7722-C9E8-4EB8-BCC6-875B49217B33}" destId="{00B9C37A-ABCF-4A45-9884-F464304C74D9}" srcOrd="1" destOrd="0" presId="urn:microsoft.com/office/officeart/2018/5/layout/IconCircleLabelList"/>
    <dgm:cxn modelId="{ED697BAB-7464-4728-BCBE-CEC38BA38A4F}" type="presParOf" srcId="{9B2B7722-C9E8-4EB8-BCC6-875B49217B33}" destId="{5A2D6889-6E07-4AE4-8D6A-BCF3A6D74C02}" srcOrd="2" destOrd="0" presId="urn:microsoft.com/office/officeart/2018/5/layout/IconCircleLabelList"/>
    <dgm:cxn modelId="{93D6D37C-220F-4628-B2EE-F338B0DA21A1}" type="presParOf" srcId="{5A2D6889-6E07-4AE4-8D6A-BCF3A6D74C02}" destId="{D516D837-4954-40AF-911D-318574741AD1}" srcOrd="0" destOrd="0" presId="urn:microsoft.com/office/officeart/2018/5/layout/IconCircleLabelList"/>
    <dgm:cxn modelId="{081A20EB-EF40-4AE4-A7D6-A0F32E647320}" type="presParOf" srcId="{5A2D6889-6E07-4AE4-8D6A-BCF3A6D74C02}" destId="{762F9D19-42A9-470C-A8A7-4024E95CED9F}" srcOrd="1" destOrd="0" presId="urn:microsoft.com/office/officeart/2018/5/layout/IconCircleLabelList"/>
    <dgm:cxn modelId="{6A37BB2E-9025-4ABA-925A-D638BBF7DE41}" type="presParOf" srcId="{5A2D6889-6E07-4AE4-8D6A-BCF3A6D74C02}" destId="{EE548B7F-38B9-492B-9C7E-6F5BD4157894}" srcOrd="2" destOrd="0" presId="urn:microsoft.com/office/officeart/2018/5/layout/IconCircleLabelList"/>
    <dgm:cxn modelId="{769428AC-E082-4D11-8D27-311C5B2906AF}" type="presParOf" srcId="{5A2D6889-6E07-4AE4-8D6A-BCF3A6D74C02}" destId="{3D8C36D8-E55D-4FB2-B2DB-DAE84A3920DC}" srcOrd="3" destOrd="0" presId="urn:microsoft.com/office/officeart/2018/5/layout/IconCircleLabelList"/>
    <dgm:cxn modelId="{53726636-8EB3-48D0-A456-1B8FBBB92896}" type="presParOf" srcId="{9B2B7722-C9E8-4EB8-BCC6-875B49217B33}" destId="{0B062A3D-2682-4426-8E07-1E573A1BA3F5}" srcOrd="3" destOrd="0" presId="urn:microsoft.com/office/officeart/2018/5/layout/IconCircleLabelList"/>
    <dgm:cxn modelId="{CC021C2D-960A-40D2-8868-6AE159F7EB46}" type="presParOf" srcId="{9B2B7722-C9E8-4EB8-BCC6-875B49217B33}" destId="{92B4B2AC-FFC4-431B-ADDF-06F8CC01B73D}" srcOrd="4" destOrd="0" presId="urn:microsoft.com/office/officeart/2018/5/layout/IconCircleLabelList"/>
    <dgm:cxn modelId="{BFD4A1D0-E78B-48ED-B4E9-1D38DD7CAEB6}" type="presParOf" srcId="{92B4B2AC-FFC4-431B-ADDF-06F8CC01B73D}" destId="{04597F6A-DD05-4F61-87F4-337E1A4B19A6}" srcOrd="0" destOrd="0" presId="urn:microsoft.com/office/officeart/2018/5/layout/IconCircleLabelList"/>
    <dgm:cxn modelId="{7F63FD92-39FD-4E58-8143-AB93806A6EE8}" type="presParOf" srcId="{92B4B2AC-FFC4-431B-ADDF-06F8CC01B73D}" destId="{184234C5-3071-46F3-A3BC-FD8D586076ED}" srcOrd="1" destOrd="0" presId="urn:microsoft.com/office/officeart/2018/5/layout/IconCircleLabelList"/>
    <dgm:cxn modelId="{ED02094F-CB9D-4395-AC59-CC06E4E88EED}" type="presParOf" srcId="{92B4B2AC-FFC4-431B-ADDF-06F8CC01B73D}" destId="{F3BE1131-9A34-4B5A-BEAD-3DF8E56D9A99}" srcOrd="2" destOrd="0" presId="urn:microsoft.com/office/officeart/2018/5/layout/IconCircleLabelList"/>
    <dgm:cxn modelId="{0167FD28-7C20-44CF-8375-43F103DBC69F}" type="presParOf" srcId="{92B4B2AC-FFC4-431B-ADDF-06F8CC01B73D}" destId="{CAE57245-AFAD-45F0-865C-E9238F1526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1D2029-F994-4227-8344-8B49111F21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169349-748F-4E05-A9A1-69D4C4CDE944}">
      <dgm:prSet/>
      <dgm:spPr/>
      <dgm:t>
        <a:bodyPr/>
        <a:lstStyle/>
        <a:p>
          <a:r>
            <a:rPr lang="en-US"/>
            <a:t>Thorough use of Gemini</a:t>
          </a:r>
        </a:p>
      </dgm:t>
    </dgm:pt>
    <dgm:pt modelId="{DAC50A9E-1931-49DF-BD29-2053D44E94C2}" type="parTrans" cxnId="{CAFA56CD-0AB8-428B-9023-2565D46D7793}">
      <dgm:prSet/>
      <dgm:spPr/>
      <dgm:t>
        <a:bodyPr/>
        <a:lstStyle/>
        <a:p>
          <a:endParaRPr lang="en-US"/>
        </a:p>
      </dgm:t>
    </dgm:pt>
    <dgm:pt modelId="{C94C26D3-70A7-46B5-A4E6-CB41FD2424A2}" type="sibTrans" cxnId="{CAFA56CD-0AB8-428B-9023-2565D46D7793}">
      <dgm:prSet/>
      <dgm:spPr/>
      <dgm:t>
        <a:bodyPr/>
        <a:lstStyle/>
        <a:p>
          <a:endParaRPr lang="en-US"/>
        </a:p>
      </dgm:t>
    </dgm:pt>
    <dgm:pt modelId="{E14FD8B0-A282-4320-B35E-EDCA45CF056E}">
      <dgm:prSet/>
      <dgm:spPr/>
      <dgm:t>
        <a:bodyPr/>
        <a:lstStyle/>
        <a:p>
          <a:r>
            <a:rPr lang="en-US"/>
            <a:t>Schema prompts</a:t>
          </a:r>
        </a:p>
      </dgm:t>
    </dgm:pt>
    <dgm:pt modelId="{296BA158-C701-4279-A0AE-A4E1713FC481}" type="parTrans" cxnId="{7450DD46-62A5-45D1-88F6-C2A325A288C2}">
      <dgm:prSet/>
      <dgm:spPr/>
      <dgm:t>
        <a:bodyPr/>
        <a:lstStyle/>
        <a:p>
          <a:endParaRPr lang="en-US"/>
        </a:p>
      </dgm:t>
    </dgm:pt>
    <dgm:pt modelId="{6A15855E-98B4-4ADA-B2D6-8113BD48AC58}" type="sibTrans" cxnId="{7450DD46-62A5-45D1-88F6-C2A325A288C2}">
      <dgm:prSet/>
      <dgm:spPr/>
      <dgm:t>
        <a:bodyPr/>
        <a:lstStyle/>
        <a:p>
          <a:endParaRPr lang="en-US"/>
        </a:p>
      </dgm:t>
    </dgm:pt>
    <dgm:pt modelId="{C5DBECC2-4F93-4A26-8A0A-87A359AC4466}">
      <dgm:prSet/>
      <dgm:spPr/>
      <dgm:t>
        <a:bodyPr/>
        <a:lstStyle/>
        <a:p>
          <a:r>
            <a:rPr lang="en-US"/>
            <a:t>Normalisation</a:t>
          </a:r>
        </a:p>
      </dgm:t>
    </dgm:pt>
    <dgm:pt modelId="{B47BA6B8-B426-4957-85C6-D731FE6AE44B}" type="parTrans" cxnId="{C852E0B3-E7E8-4A2D-80C0-ADA7C0AEC6AB}">
      <dgm:prSet/>
      <dgm:spPr/>
      <dgm:t>
        <a:bodyPr/>
        <a:lstStyle/>
        <a:p>
          <a:endParaRPr lang="en-US"/>
        </a:p>
      </dgm:t>
    </dgm:pt>
    <dgm:pt modelId="{5E2051D0-6EC9-427E-989D-D550BF24DAFE}" type="sibTrans" cxnId="{C852E0B3-E7E8-4A2D-80C0-ADA7C0AEC6AB}">
      <dgm:prSet/>
      <dgm:spPr/>
      <dgm:t>
        <a:bodyPr/>
        <a:lstStyle/>
        <a:p>
          <a:endParaRPr lang="en-US"/>
        </a:p>
      </dgm:t>
    </dgm:pt>
    <dgm:pt modelId="{49693350-5452-4D52-BFDB-26F98254AF6E}">
      <dgm:prSet/>
      <dgm:spPr/>
      <dgm:t>
        <a:bodyPr/>
        <a:lstStyle/>
        <a:p>
          <a:r>
            <a:rPr lang="en-US"/>
            <a:t>Fallback resilience</a:t>
          </a:r>
        </a:p>
      </dgm:t>
    </dgm:pt>
    <dgm:pt modelId="{23D8A8A9-5F59-4839-8225-2F8C4CCF1A5A}" type="parTrans" cxnId="{8D50D779-F1AA-4E12-8ADA-893A2A01FB9C}">
      <dgm:prSet/>
      <dgm:spPr/>
      <dgm:t>
        <a:bodyPr/>
        <a:lstStyle/>
        <a:p>
          <a:endParaRPr lang="en-US"/>
        </a:p>
      </dgm:t>
    </dgm:pt>
    <dgm:pt modelId="{97E33D74-9A6C-4915-B930-4F476F234CD2}" type="sibTrans" cxnId="{8D50D779-F1AA-4E12-8ADA-893A2A01FB9C}">
      <dgm:prSet/>
      <dgm:spPr/>
      <dgm:t>
        <a:bodyPr/>
        <a:lstStyle/>
        <a:p>
          <a:endParaRPr lang="en-US"/>
        </a:p>
      </dgm:t>
    </dgm:pt>
    <dgm:pt modelId="{42EF32C2-81E1-4EC7-82A1-701AF5833ED4}">
      <dgm:prSet/>
      <dgm:spPr/>
      <dgm:t>
        <a:bodyPr/>
        <a:lstStyle/>
        <a:p>
          <a:r>
            <a:rPr lang="en-US"/>
            <a:t>Prompt-driven analysis</a:t>
          </a:r>
        </a:p>
      </dgm:t>
    </dgm:pt>
    <dgm:pt modelId="{7C1F7D6D-4044-4448-8334-28150EBB73D6}" type="parTrans" cxnId="{D7853237-788E-4784-9F7C-32A026F40FE2}">
      <dgm:prSet/>
      <dgm:spPr/>
      <dgm:t>
        <a:bodyPr/>
        <a:lstStyle/>
        <a:p>
          <a:endParaRPr lang="en-US"/>
        </a:p>
      </dgm:t>
    </dgm:pt>
    <dgm:pt modelId="{A2CE1FDB-A22B-4235-B7F8-3283883F9CE2}" type="sibTrans" cxnId="{D7853237-788E-4784-9F7C-32A026F40FE2}">
      <dgm:prSet/>
      <dgm:spPr/>
      <dgm:t>
        <a:bodyPr/>
        <a:lstStyle/>
        <a:p>
          <a:endParaRPr lang="en-US"/>
        </a:p>
      </dgm:t>
    </dgm:pt>
    <dgm:pt modelId="{39C1FB30-F612-2046-B76B-8F6CEBCAF45E}" type="pres">
      <dgm:prSet presAssocID="{051D2029-F994-4227-8344-8B49111F21A0}" presName="linear" presStyleCnt="0">
        <dgm:presLayoutVars>
          <dgm:animLvl val="lvl"/>
          <dgm:resizeHandles val="exact"/>
        </dgm:presLayoutVars>
      </dgm:prSet>
      <dgm:spPr/>
    </dgm:pt>
    <dgm:pt modelId="{260B6EE5-1BC6-BA40-9DE9-0DE2DA45A1A8}" type="pres">
      <dgm:prSet presAssocID="{40169349-748F-4E05-A9A1-69D4C4CDE94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7D22F9A-7B10-174E-9DA6-0C7EDF89D5B3}" type="pres">
      <dgm:prSet presAssocID="{C94C26D3-70A7-46B5-A4E6-CB41FD2424A2}" presName="spacer" presStyleCnt="0"/>
      <dgm:spPr/>
    </dgm:pt>
    <dgm:pt modelId="{5623B5E2-FF21-434F-86AB-EB6BDDC627D7}" type="pres">
      <dgm:prSet presAssocID="{E14FD8B0-A282-4320-B35E-EDCA45CF05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5F44263-21EB-DB4D-9B1E-CEC13048F36C}" type="pres">
      <dgm:prSet presAssocID="{6A15855E-98B4-4ADA-B2D6-8113BD48AC58}" presName="spacer" presStyleCnt="0"/>
      <dgm:spPr/>
    </dgm:pt>
    <dgm:pt modelId="{5C564457-9D3A-9649-A5CC-72A0BBBBA76D}" type="pres">
      <dgm:prSet presAssocID="{C5DBECC2-4F93-4A26-8A0A-87A359AC446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DEC59F0-7D2C-9B48-8898-7A4ECC098E64}" type="pres">
      <dgm:prSet presAssocID="{5E2051D0-6EC9-427E-989D-D550BF24DAFE}" presName="spacer" presStyleCnt="0"/>
      <dgm:spPr/>
    </dgm:pt>
    <dgm:pt modelId="{560C751A-86D6-BB47-9255-7B634287DE5A}" type="pres">
      <dgm:prSet presAssocID="{49693350-5452-4D52-BFDB-26F98254AF6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4999506-7E4D-EC42-8658-9E8933144DD3}" type="pres">
      <dgm:prSet presAssocID="{97E33D74-9A6C-4915-B930-4F476F234CD2}" presName="spacer" presStyleCnt="0"/>
      <dgm:spPr/>
    </dgm:pt>
    <dgm:pt modelId="{3AA192C6-1236-3C42-BDC4-8F4FF3B8B589}" type="pres">
      <dgm:prSet presAssocID="{42EF32C2-81E1-4EC7-82A1-701AF5833ED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32E9201-CB42-1547-87EA-21BCF9F0F4C8}" type="presOf" srcId="{40169349-748F-4E05-A9A1-69D4C4CDE944}" destId="{260B6EE5-1BC6-BA40-9DE9-0DE2DA45A1A8}" srcOrd="0" destOrd="0" presId="urn:microsoft.com/office/officeart/2005/8/layout/vList2"/>
    <dgm:cxn modelId="{D7853237-788E-4784-9F7C-32A026F40FE2}" srcId="{051D2029-F994-4227-8344-8B49111F21A0}" destId="{42EF32C2-81E1-4EC7-82A1-701AF5833ED4}" srcOrd="4" destOrd="0" parTransId="{7C1F7D6D-4044-4448-8334-28150EBB73D6}" sibTransId="{A2CE1FDB-A22B-4235-B7F8-3283883F9CE2}"/>
    <dgm:cxn modelId="{49A3A945-4000-E745-BA31-6723F65881C3}" type="presOf" srcId="{42EF32C2-81E1-4EC7-82A1-701AF5833ED4}" destId="{3AA192C6-1236-3C42-BDC4-8F4FF3B8B589}" srcOrd="0" destOrd="0" presId="urn:microsoft.com/office/officeart/2005/8/layout/vList2"/>
    <dgm:cxn modelId="{7450DD46-62A5-45D1-88F6-C2A325A288C2}" srcId="{051D2029-F994-4227-8344-8B49111F21A0}" destId="{E14FD8B0-A282-4320-B35E-EDCA45CF056E}" srcOrd="1" destOrd="0" parTransId="{296BA158-C701-4279-A0AE-A4E1713FC481}" sibTransId="{6A15855E-98B4-4ADA-B2D6-8113BD48AC58}"/>
    <dgm:cxn modelId="{8D50D779-F1AA-4E12-8ADA-893A2A01FB9C}" srcId="{051D2029-F994-4227-8344-8B49111F21A0}" destId="{49693350-5452-4D52-BFDB-26F98254AF6E}" srcOrd="3" destOrd="0" parTransId="{23D8A8A9-5F59-4839-8225-2F8C4CCF1A5A}" sibTransId="{97E33D74-9A6C-4915-B930-4F476F234CD2}"/>
    <dgm:cxn modelId="{B484957D-9750-0A4C-BB03-DADC0486CEBA}" type="presOf" srcId="{49693350-5452-4D52-BFDB-26F98254AF6E}" destId="{560C751A-86D6-BB47-9255-7B634287DE5A}" srcOrd="0" destOrd="0" presId="urn:microsoft.com/office/officeart/2005/8/layout/vList2"/>
    <dgm:cxn modelId="{DE28C498-6FAA-0B48-8D8B-AAFE773DC808}" type="presOf" srcId="{C5DBECC2-4F93-4A26-8A0A-87A359AC4466}" destId="{5C564457-9D3A-9649-A5CC-72A0BBBBA76D}" srcOrd="0" destOrd="0" presId="urn:microsoft.com/office/officeart/2005/8/layout/vList2"/>
    <dgm:cxn modelId="{C852E0B3-E7E8-4A2D-80C0-ADA7C0AEC6AB}" srcId="{051D2029-F994-4227-8344-8B49111F21A0}" destId="{C5DBECC2-4F93-4A26-8A0A-87A359AC4466}" srcOrd="2" destOrd="0" parTransId="{B47BA6B8-B426-4957-85C6-D731FE6AE44B}" sibTransId="{5E2051D0-6EC9-427E-989D-D550BF24DAFE}"/>
    <dgm:cxn modelId="{604E3FC0-D5FC-AA47-A70D-2FF8BFFD18DD}" type="presOf" srcId="{E14FD8B0-A282-4320-B35E-EDCA45CF056E}" destId="{5623B5E2-FF21-434F-86AB-EB6BDDC627D7}" srcOrd="0" destOrd="0" presId="urn:microsoft.com/office/officeart/2005/8/layout/vList2"/>
    <dgm:cxn modelId="{CCFA51CA-2B92-8A4C-BA1B-8C671C160B13}" type="presOf" srcId="{051D2029-F994-4227-8344-8B49111F21A0}" destId="{39C1FB30-F612-2046-B76B-8F6CEBCAF45E}" srcOrd="0" destOrd="0" presId="urn:microsoft.com/office/officeart/2005/8/layout/vList2"/>
    <dgm:cxn modelId="{CAFA56CD-0AB8-428B-9023-2565D46D7793}" srcId="{051D2029-F994-4227-8344-8B49111F21A0}" destId="{40169349-748F-4E05-A9A1-69D4C4CDE944}" srcOrd="0" destOrd="0" parTransId="{DAC50A9E-1931-49DF-BD29-2053D44E94C2}" sibTransId="{C94C26D3-70A7-46B5-A4E6-CB41FD2424A2}"/>
    <dgm:cxn modelId="{F4A010CB-52A7-A14E-ABAD-DE708F5604B6}" type="presParOf" srcId="{39C1FB30-F612-2046-B76B-8F6CEBCAF45E}" destId="{260B6EE5-1BC6-BA40-9DE9-0DE2DA45A1A8}" srcOrd="0" destOrd="0" presId="urn:microsoft.com/office/officeart/2005/8/layout/vList2"/>
    <dgm:cxn modelId="{73E4A6D2-5008-A042-8B03-4E1C05B3228A}" type="presParOf" srcId="{39C1FB30-F612-2046-B76B-8F6CEBCAF45E}" destId="{07D22F9A-7B10-174E-9DA6-0C7EDF89D5B3}" srcOrd="1" destOrd="0" presId="urn:microsoft.com/office/officeart/2005/8/layout/vList2"/>
    <dgm:cxn modelId="{1D7B093D-474D-AC4E-8813-2A67DFEC177C}" type="presParOf" srcId="{39C1FB30-F612-2046-B76B-8F6CEBCAF45E}" destId="{5623B5E2-FF21-434F-86AB-EB6BDDC627D7}" srcOrd="2" destOrd="0" presId="urn:microsoft.com/office/officeart/2005/8/layout/vList2"/>
    <dgm:cxn modelId="{86B93F24-B5CF-6E4D-B943-B500FB5F3A19}" type="presParOf" srcId="{39C1FB30-F612-2046-B76B-8F6CEBCAF45E}" destId="{15F44263-21EB-DB4D-9B1E-CEC13048F36C}" srcOrd="3" destOrd="0" presId="urn:microsoft.com/office/officeart/2005/8/layout/vList2"/>
    <dgm:cxn modelId="{961091D1-D4E0-2D48-B5A9-418113A8941D}" type="presParOf" srcId="{39C1FB30-F612-2046-B76B-8F6CEBCAF45E}" destId="{5C564457-9D3A-9649-A5CC-72A0BBBBA76D}" srcOrd="4" destOrd="0" presId="urn:microsoft.com/office/officeart/2005/8/layout/vList2"/>
    <dgm:cxn modelId="{974939BD-7A2F-7B4C-B072-EC33E07EF3F1}" type="presParOf" srcId="{39C1FB30-F612-2046-B76B-8F6CEBCAF45E}" destId="{2DEC59F0-7D2C-9B48-8898-7A4ECC098E64}" srcOrd="5" destOrd="0" presId="urn:microsoft.com/office/officeart/2005/8/layout/vList2"/>
    <dgm:cxn modelId="{5F8919FB-A723-B64C-A04F-3CDE70FE3640}" type="presParOf" srcId="{39C1FB30-F612-2046-B76B-8F6CEBCAF45E}" destId="{560C751A-86D6-BB47-9255-7B634287DE5A}" srcOrd="6" destOrd="0" presId="urn:microsoft.com/office/officeart/2005/8/layout/vList2"/>
    <dgm:cxn modelId="{54BC17D6-50AE-5D4F-8D86-B7F6DBA38B6E}" type="presParOf" srcId="{39C1FB30-F612-2046-B76B-8F6CEBCAF45E}" destId="{84999506-7E4D-EC42-8658-9E8933144DD3}" srcOrd="7" destOrd="0" presId="urn:microsoft.com/office/officeart/2005/8/layout/vList2"/>
    <dgm:cxn modelId="{5861D772-5CF0-9942-8FD2-11ACCC79E698}" type="presParOf" srcId="{39C1FB30-F612-2046-B76B-8F6CEBCAF45E}" destId="{3AA192C6-1236-3C42-BDC4-8F4FF3B8B58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CC6D46-7004-45FE-ABF5-DA1294E29B2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23CBF0-BD29-43F7-955B-C9014261DD53}">
      <dgm:prSet/>
      <dgm:spPr/>
      <dgm:t>
        <a:bodyPr/>
        <a:lstStyle/>
        <a:p>
          <a:pPr>
            <a:defRPr cap="all"/>
          </a:pPr>
          <a:r>
            <a:rPr lang="en-US"/>
            <a:t>Explainable baseline</a:t>
          </a:r>
        </a:p>
      </dgm:t>
    </dgm:pt>
    <dgm:pt modelId="{407AD18E-FB80-4669-B0A7-862E616B2F1A}" type="parTrans" cxnId="{FDA27203-EB0B-4CEA-AF42-622CAEAE7D43}">
      <dgm:prSet/>
      <dgm:spPr/>
      <dgm:t>
        <a:bodyPr/>
        <a:lstStyle/>
        <a:p>
          <a:endParaRPr lang="en-US"/>
        </a:p>
      </dgm:t>
    </dgm:pt>
    <dgm:pt modelId="{26358F37-8046-4CAC-80D7-18553C84FB26}" type="sibTrans" cxnId="{FDA27203-EB0B-4CEA-AF42-622CAEAE7D43}">
      <dgm:prSet/>
      <dgm:spPr/>
      <dgm:t>
        <a:bodyPr/>
        <a:lstStyle/>
        <a:p>
          <a:endParaRPr lang="en-US"/>
        </a:p>
      </dgm:t>
    </dgm:pt>
    <dgm:pt modelId="{193E4598-FBB2-44B6-91F4-F4A4CC6ECF1C}">
      <dgm:prSet/>
      <dgm:spPr/>
      <dgm:t>
        <a:bodyPr/>
        <a:lstStyle/>
        <a:p>
          <a:pPr>
            <a:defRPr cap="all"/>
          </a:pPr>
          <a:r>
            <a:rPr lang="en-US"/>
            <a:t>Safe AI layer with backups</a:t>
          </a:r>
        </a:p>
      </dgm:t>
    </dgm:pt>
    <dgm:pt modelId="{530588B2-EB10-4470-9637-D94F07E00093}" type="parTrans" cxnId="{CF28D5DE-BD13-4F69-8A0A-A5AABE33A287}">
      <dgm:prSet/>
      <dgm:spPr/>
      <dgm:t>
        <a:bodyPr/>
        <a:lstStyle/>
        <a:p>
          <a:endParaRPr lang="en-US"/>
        </a:p>
      </dgm:t>
    </dgm:pt>
    <dgm:pt modelId="{1BF5FBF0-116E-4721-8E59-089A92272C4B}" type="sibTrans" cxnId="{CF28D5DE-BD13-4F69-8A0A-A5AABE33A287}">
      <dgm:prSet/>
      <dgm:spPr/>
      <dgm:t>
        <a:bodyPr/>
        <a:lstStyle/>
        <a:p>
          <a:endParaRPr lang="en-US"/>
        </a:p>
      </dgm:t>
    </dgm:pt>
    <dgm:pt modelId="{35A30DB7-BC71-405A-BE46-D34700D8D31C}">
      <dgm:prSet/>
      <dgm:spPr/>
      <dgm:t>
        <a:bodyPr/>
        <a:lstStyle/>
        <a:p>
          <a:pPr>
            <a:defRPr cap="all"/>
          </a:pPr>
          <a:r>
            <a:rPr lang="en-US"/>
            <a:t>Flexible CSV outputs</a:t>
          </a:r>
        </a:p>
      </dgm:t>
    </dgm:pt>
    <dgm:pt modelId="{8AA5862F-C165-4E93-945B-70069E0B64CD}" type="parTrans" cxnId="{6FEAFF34-0509-48FD-8BD5-A93AD72FE616}">
      <dgm:prSet/>
      <dgm:spPr/>
      <dgm:t>
        <a:bodyPr/>
        <a:lstStyle/>
        <a:p>
          <a:endParaRPr lang="en-US"/>
        </a:p>
      </dgm:t>
    </dgm:pt>
    <dgm:pt modelId="{91F000FD-2CD4-4A30-AAC2-D335967CA10D}" type="sibTrans" cxnId="{6FEAFF34-0509-48FD-8BD5-A93AD72FE616}">
      <dgm:prSet/>
      <dgm:spPr/>
      <dgm:t>
        <a:bodyPr/>
        <a:lstStyle/>
        <a:p>
          <a:endParaRPr lang="en-US"/>
        </a:p>
      </dgm:t>
    </dgm:pt>
    <dgm:pt modelId="{103941C0-48F7-4187-9FB1-A5B127C7BB91}" type="pres">
      <dgm:prSet presAssocID="{22CC6D46-7004-45FE-ABF5-DA1294E29B2E}" presName="root" presStyleCnt="0">
        <dgm:presLayoutVars>
          <dgm:dir/>
          <dgm:resizeHandles val="exact"/>
        </dgm:presLayoutVars>
      </dgm:prSet>
      <dgm:spPr/>
    </dgm:pt>
    <dgm:pt modelId="{483B3C30-D466-459E-A416-B78CC247304C}" type="pres">
      <dgm:prSet presAssocID="{CB23CBF0-BD29-43F7-955B-C9014261DD53}" presName="compNode" presStyleCnt="0"/>
      <dgm:spPr/>
    </dgm:pt>
    <dgm:pt modelId="{E1EAB88F-0EE2-40F7-8313-3057D38780C5}" type="pres">
      <dgm:prSet presAssocID="{CB23CBF0-BD29-43F7-955B-C9014261DD53}" presName="iconBgRect" presStyleLbl="bgShp" presStyleIdx="0" presStyleCnt="3"/>
      <dgm:spPr/>
    </dgm:pt>
    <dgm:pt modelId="{7F7221A7-57B4-4180-BCC8-43B06CC854AE}" type="pres">
      <dgm:prSet presAssocID="{CB23CBF0-BD29-43F7-955B-C9014261DD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D6B0E70F-901B-446B-B7C6-016FDAB75553}" type="pres">
      <dgm:prSet presAssocID="{CB23CBF0-BD29-43F7-955B-C9014261DD53}" presName="spaceRect" presStyleCnt="0"/>
      <dgm:spPr/>
    </dgm:pt>
    <dgm:pt modelId="{57E9D957-0BC3-4810-9EBF-2034AF558314}" type="pres">
      <dgm:prSet presAssocID="{CB23CBF0-BD29-43F7-955B-C9014261DD53}" presName="textRect" presStyleLbl="revTx" presStyleIdx="0" presStyleCnt="3">
        <dgm:presLayoutVars>
          <dgm:chMax val="1"/>
          <dgm:chPref val="1"/>
        </dgm:presLayoutVars>
      </dgm:prSet>
      <dgm:spPr/>
    </dgm:pt>
    <dgm:pt modelId="{05FC9C54-3801-42F6-8B3B-07E38B100FEC}" type="pres">
      <dgm:prSet presAssocID="{26358F37-8046-4CAC-80D7-18553C84FB26}" presName="sibTrans" presStyleCnt="0"/>
      <dgm:spPr/>
    </dgm:pt>
    <dgm:pt modelId="{4136FF69-9F81-4710-A530-CC3D244D216B}" type="pres">
      <dgm:prSet presAssocID="{193E4598-FBB2-44B6-91F4-F4A4CC6ECF1C}" presName="compNode" presStyleCnt="0"/>
      <dgm:spPr/>
    </dgm:pt>
    <dgm:pt modelId="{8413EE47-7E5E-4B3B-B3ED-D297234138B0}" type="pres">
      <dgm:prSet presAssocID="{193E4598-FBB2-44B6-91F4-F4A4CC6ECF1C}" presName="iconBgRect" presStyleLbl="bgShp" presStyleIdx="1" presStyleCnt="3"/>
      <dgm:spPr/>
    </dgm:pt>
    <dgm:pt modelId="{EADF02D3-4106-45A5-B26D-57012A333B33}" type="pres">
      <dgm:prSet presAssocID="{193E4598-FBB2-44B6-91F4-F4A4CC6ECF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31F8B13-1F71-47B5-AFF1-0C4DC656DEB9}" type="pres">
      <dgm:prSet presAssocID="{193E4598-FBB2-44B6-91F4-F4A4CC6ECF1C}" presName="spaceRect" presStyleCnt="0"/>
      <dgm:spPr/>
    </dgm:pt>
    <dgm:pt modelId="{C9787E95-B96E-406C-82D1-0B7DF653B73E}" type="pres">
      <dgm:prSet presAssocID="{193E4598-FBB2-44B6-91F4-F4A4CC6ECF1C}" presName="textRect" presStyleLbl="revTx" presStyleIdx="1" presStyleCnt="3">
        <dgm:presLayoutVars>
          <dgm:chMax val="1"/>
          <dgm:chPref val="1"/>
        </dgm:presLayoutVars>
      </dgm:prSet>
      <dgm:spPr/>
    </dgm:pt>
    <dgm:pt modelId="{00262015-083E-4DAF-8830-59038814E7FC}" type="pres">
      <dgm:prSet presAssocID="{1BF5FBF0-116E-4721-8E59-089A92272C4B}" presName="sibTrans" presStyleCnt="0"/>
      <dgm:spPr/>
    </dgm:pt>
    <dgm:pt modelId="{912A5E97-D901-4622-9B0A-4CCD8FFE8E7F}" type="pres">
      <dgm:prSet presAssocID="{35A30DB7-BC71-405A-BE46-D34700D8D31C}" presName="compNode" presStyleCnt="0"/>
      <dgm:spPr/>
    </dgm:pt>
    <dgm:pt modelId="{4C70C9C8-C2C3-4141-B004-39392D19B6C8}" type="pres">
      <dgm:prSet presAssocID="{35A30DB7-BC71-405A-BE46-D34700D8D31C}" presName="iconBgRect" presStyleLbl="bgShp" presStyleIdx="2" presStyleCnt="3"/>
      <dgm:spPr/>
    </dgm:pt>
    <dgm:pt modelId="{0255044D-F31D-47D0-9D13-93B89A25A797}" type="pres">
      <dgm:prSet presAssocID="{35A30DB7-BC71-405A-BE46-D34700D8D3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27E62D8-FF97-439B-843C-B06FAFC90D47}" type="pres">
      <dgm:prSet presAssocID="{35A30DB7-BC71-405A-BE46-D34700D8D31C}" presName="spaceRect" presStyleCnt="0"/>
      <dgm:spPr/>
    </dgm:pt>
    <dgm:pt modelId="{027231D6-223C-4506-904B-4FC6789671CA}" type="pres">
      <dgm:prSet presAssocID="{35A30DB7-BC71-405A-BE46-D34700D8D3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A27203-EB0B-4CEA-AF42-622CAEAE7D43}" srcId="{22CC6D46-7004-45FE-ABF5-DA1294E29B2E}" destId="{CB23CBF0-BD29-43F7-955B-C9014261DD53}" srcOrd="0" destOrd="0" parTransId="{407AD18E-FB80-4669-B0A7-862E616B2F1A}" sibTransId="{26358F37-8046-4CAC-80D7-18553C84FB26}"/>
    <dgm:cxn modelId="{49A33A13-2D12-454A-8F97-91F35AABB8D5}" type="presOf" srcId="{CB23CBF0-BD29-43F7-955B-C9014261DD53}" destId="{57E9D957-0BC3-4810-9EBF-2034AF558314}" srcOrd="0" destOrd="0" presId="urn:microsoft.com/office/officeart/2018/5/layout/IconCircleLabelList"/>
    <dgm:cxn modelId="{6FEAFF34-0509-48FD-8BD5-A93AD72FE616}" srcId="{22CC6D46-7004-45FE-ABF5-DA1294E29B2E}" destId="{35A30DB7-BC71-405A-BE46-D34700D8D31C}" srcOrd="2" destOrd="0" parTransId="{8AA5862F-C165-4E93-945B-70069E0B64CD}" sibTransId="{91F000FD-2CD4-4A30-AAC2-D335967CA10D}"/>
    <dgm:cxn modelId="{BB527B3B-6DF9-4D5D-9AC9-9E54A801C553}" type="presOf" srcId="{35A30DB7-BC71-405A-BE46-D34700D8D31C}" destId="{027231D6-223C-4506-904B-4FC6789671CA}" srcOrd="0" destOrd="0" presId="urn:microsoft.com/office/officeart/2018/5/layout/IconCircleLabelList"/>
    <dgm:cxn modelId="{60F6ED92-93BD-4252-8D20-6CD692D0F8B5}" type="presOf" srcId="{22CC6D46-7004-45FE-ABF5-DA1294E29B2E}" destId="{103941C0-48F7-4187-9FB1-A5B127C7BB91}" srcOrd="0" destOrd="0" presId="urn:microsoft.com/office/officeart/2018/5/layout/IconCircleLabelList"/>
    <dgm:cxn modelId="{CF28D5DE-BD13-4F69-8A0A-A5AABE33A287}" srcId="{22CC6D46-7004-45FE-ABF5-DA1294E29B2E}" destId="{193E4598-FBB2-44B6-91F4-F4A4CC6ECF1C}" srcOrd="1" destOrd="0" parTransId="{530588B2-EB10-4470-9637-D94F07E00093}" sibTransId="{1BF5FBF0-116E-4721-8E59-089A92272C4B}"/>
    <dgm:cxn modelId="{0CACE1E2-D00E-40BE-AC53-55B213EA8D16}" type="presOf" srcId="{193E4598-FBB2-44B6-91F4-F4A4CC6ECF1C}" destId="{C9787E95-B96E-406C-82D1-0B7DF653B73E}" srcOrd="0" destOrd="0" presId="urn:microsoft.com/office/officeart/2018/5/layout/IconCircleLabelList"/>
    <dgm:cxn modelId="{669E071C-7994-4D95-AB96-7509888D65B4}" type="presParOf" srcId="{103941C0-48F7-4187-9FB1-A5B127C7BB91}" destId="{483B3C30-D466-459E-A416-B78CC247304C}" srcOrd="0" destOrd="0" presId="urn:microsoft.com/office/officeart/2018/5/layout/IconCircleLabelList"/>
    <dgm:cxn modelId="{CD7728A4-C6FF-4282-B9F8-F64E68914B4B}" type="presParOf" srcId="{483B3C30-D466-459E-A416-B78CC247304C}" destId="{E1EAB88F-0EE2-40F7-8313-3057D38780C5}" srcOrd="0" destOrd="0" presId="urn:microsoft.com/office/officeart/2018/5/layout/IconCircleLabelList"/>
    <dgm:cxn modelId="{181B5177-3C6C-4BD0-8E5E-A11DA1B6ACD0}" type="presParOf" srcId="{483B3C30-D466-459E-A416-B78CC247304C}" destId="{7F7221A7-57B4-4180-BCC8-43B06CC854AE}" srcOrd="1" destOrd="0" presId="urn:microsoft.com/office/officeart/2018/5/layout/IconCircleLabelList"/>
    <dgm:cxn modelId="{9ADC3A85-4A6E-4B3C-82D1-439A5200E345}" type="presParOf" srcId="{483B3C30-D466-459E-A416-B78CC247304C}" destId="{D6B0E70F-901B-446B-B7C6-016FDAB75553}" srcOrd="2" destOrd="0" presId="urn:microsoft.com/office/officeart/2018/5/layout/IconCircleLabelList"/>
    <dgm:cxn modelId="{7CB95539-1DCE-43A6-A262-C1F55EC9B72D}" type="presParOf" srcId="{483B3C30-D466-459E-A416-B78CC247304C}" destId="{57E9D957-0BC3-4810-9EBF-2034AF558314}" srcOrd="3" destOrd="0" presId="urn:microsoft.com/office/officeart/2018/5/layout/IconCircleLabelList"/>
    <dgm:cxn modelId="{A8FBF76B-CA49-4E13-A4BE-A88B7018551D}" type="presParOf" srcId="{103941C0-48F7-4187-9FB1-A5B127C7BB91}" destId="{05FC9C54-3801-42F6-8B3B-07E38B100FEC}" srcOrd="1" destOrd="0" presId="urn:microsoft.com/office/officeart/2018/5/layout/IconCircleLabelList"/>
    <dgm:cxn modelId="{4B3C342B-3DEC-448A-B4EC-78524AFA60EF}" type="presParOf" srcId="{103941C0-48F7-4187-9FB1-A5B127C7BB91}" destId="{4136FF69-9F81-4710-A530-CC3D244D216B}" srcOrd="2" destOrd="0" presId="urn:microsoft.com/office/officeart/2018/5/layout/IconCircleLabelList"/>
    <dgm:cxn modelId="{402F07B8-992E-4212-8576-1832FC6E3FE8}" type="presParOf" srcId="{4136FF69-9F81-4710-A530-CC3D244D216B}" destId="{8413EE47-7E5E-4B3B-B3ED-D297234138B0}" srcOrd="0" destOrd="0" presId="urn:microsoft.com/office/officeart/2018/5/layout/IconCircleLabelList"/>
    <dgm:cxn modelId="{7D050EE9-C32B-4AF8-954D-3AA414E2C4C1}" type="presParOf" srcId="{4136FF69-9F81-4710-A530-CC3D244D216B}" destId="{EADF02D3-4106-45A5-B26D-57012A333B33}" srcOrd="1" destOrd="0" presId="urn:microsoft.com/office/officeart/2018/5/layout/IconCircleLabelList"/>
    <dgm:cxn modelId="{2C381027-5C9F-4DFC-AC10-ECF4CCCD2233}" type="presParOf" srcId="{4136FF69-9F81-4710-A530-CC3D244D216B}" destId="{E31F8B13-1F71-47B5-AFF1-0C4DC656DEB9}" srcOrd="2" destOrd="0" presId="urn:microsoft.com/office/officeart/2018/5/layout/IconCircleLabelList"/>
    <dgm:cxn modelId="{3F551AD2-7A3B-48A8-919E-8451CC2BE8A0}" type="presParOf" srcId="{4136FF69-9F81-4710-A530-CC3D244D216B}" destId="{C9787E95-B96E-406C-82D1-0B7DF653B73E}" srcOrd="3" destOrd="0" presId="urn:microsoft.com/office/officeart/2018/5/layout/IconCircleLabelList"/>
    <dgm:cxn modelId="{DBC23E6B-814E-4278-A000-C280571BA0C2}" type="presParOf" srcId="{103941C0-48F7-4187-9FB1-A5B127C7BB91}" destId="{00262015-083E-4DAF-8830-59038814E7FC}" srcOrd="3" destOrd="0" presId="urn:microsoft.com/office/officeart/2018/5/layout/IconCircleLabelList"/>
    <dgm:cxn modelId="{CF4F30DD-B3F4-4D8D-A9AE-631A1183E5FC}" type="presParOf" srcId="{103941C0-48F7-4187-9FB1-A5B127C7BB91}" destId="{912A5E97-D901-4622-9B0A-4CCD8FFE8E7F}" srcOrd="4" destOrd="0" presId="urn:microsoft.com/office/officeart/2018/5/layout/IconCircleLabelList"/>
    <dgm:cxn modelId="{990588A3-38CF-48BE-9E62-BAC5FEE643BB}" type="presParOf" srcId="{912A5E97-D901-4622-9B0A-4CCD8FFE8E7F}" destId="{4C70C9C8-C2C3-4141-B004-39392D19B6C8}" srcOrd="0" destOrd="0" presId="urn:microsoft.com/office/officeart/2018/5/layout/IconCircleLabelList"/>
    <dgm:cxn modelId="{5C8AB901-2B0D-4D52-919B-91BC2000BFB3}" type="presParOf" srcId="{912A5E97-D901-4622-9B0A-4CCD8FFE8E7F}" destId="{0255044D-F31D-47D0-9D13-93B89A25A797}" srcOrd="1" destOrd="0" presId="urn:microsoft.com/office/officeart/2018/5/layout/IconCircleLabelList"/>
    <dgm:cxn modelId="{30578134-E9C9-4765-ACA7-16CE284AC696}" type="presParOf" srcId="{912A5E97-D901-4622-9B0A-4CCD8FFE8E7F}" destId="{527E62D8-FF97-439B-843C-B06FAFC90D47}" srcOrd="2" destOrd="0" presId="urn:microsoft.com/office/officeart/2018/5/layout/IconCircleLabelList"/>
    <dgm:cxn modelId="{DDC4D419-5042-4F7A-82D5-C65D85955E99}" type="presParOf" srcId="{912A5E97-D901-4622-9B0A-4CCD8FFE8E7F}" destId="{027231D6-223C-4506-904B-4FC6789671C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862AE4-2577-477D-A8F3-98E5FBD5ED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D9B046-BE80-4F06-A8A1-329D39B216E4}">
      <dgm:prSet/>
      <dgm:spPr/>
      <dgm:t>
        <a:bodyPr/>
        <a:lstStyle/>
        <a:p>
          <a:r>
            <a:rPr lang="en-US"/>
            <a:t>Weather integration</a:t>
          </a:r>
        </a:p>
      </dgm:t>
    </dgm:pt>
    <dgm:pt modelId="{46B6EC09-95CA-41D1-85C0-58E971211EAF}" type="parTrans" cxnId="{C4EE7144-0FDB-49E3-8018-ECA4C4679831}">
      <dgm:prSet/>
      <dgm:spPr/>
      <dgm:t>
        <a:bodyPr/>
        <a:lstStyle/>
        <a:p>
          <a:endParaRPr lang="en-US"/>
        </a:p>
      </dgm:t>
    </dgm:pt>
    <dgm:pt modelId="{0C4E9278-6C52-4529-8EF5-A758266DEAD3}" type="sibTrans" cxnId="{C4EE7144-0FDB-49E3-8018-ECA4C4679831}">
      <dgm:prSet/>
      <dgm:spPr/>
      <dgm:t>
        <a:bodyPr/>
        <a:lstStyle/>
        <a:p>
          <a:endParaRPr lang="en-US"/>
        </a:p>
      </dgm:t>
    </dgm:pt>
    <dgm:pt modelId="{415A175D-3009-4353-83FF-3207213AAB05}">
      <dgm:prSet/>
      <dgm:spPr/>
      <dgm:t>
        <a:bodyPr/>
        <a:lstStyle/>
        <a:p>
          <a:r>
            <a:rPr lang="en-US"/>
            <a:t>Open integrations through AI</a:t>
          </a:r>
        </a:p>
      </dgm:t>
    </dgm:pt>
    <dgm:pt modelId="{97CB65A6-EBF0-4373-97DE-4D9BE8097E30}" type="parTrans" cxnId="{7C93E17C-FD48-4A2C-A0D2-B72A9B4B27EA}">
      <dgm:prSet/>
      <dgm:spPr/>
      <dgm:t>
        <a:bodyPr/>
        <a:lstStyle/>
        <a:p>
          <a:endParaRPr lang="en-US"/>
        </a:p>
      </dgm:t>
    </dgm:pt>
    <dgm:pt modelId="{0EE8C4EF-E74F-4AF3-B905-C04A6F480C92}" type="sibTrans" cxnId="{7C93E17C-FD48-4A2C-A0D2-B72A9B4B27EA}">
      <dgm:prSet/>
      <dgm:spPr/>
      <dgm:t>
        <a:bodyPr/>
        <a:lstStyle/>
        <a:p>
          <a:endParaRPr lang="en-US"/>
        </a:p>
      </dgm:t>
    </dgm:pt>
    <dgm:pt modelId="{22113B8C-9F78-415F-80A7-BAB27BF84EAD}">
      <dgm:prSet/>
      <dgm:spPr/>
      <dgm:t>
        <a:bodyPr/>
        <a:lstStyle/>
        <a:p>
          <a:r>
            <a:rPr lang="en-US"/>
            <a:t>Elasticity modelling</a:t>
          </a:r>
        </a:p>
      </dgm:t>
    </dgm:pt>
    <dgm:pt modelId="{68576AF1-AAB6-432F-8F1A-087992C558A2}" type="parTrans" cxnId="{68F5D3CF-6FC6-45EC-A94B-98EA8122EADA}">
      <dgm:prSet/>
      <dgm:spPr/>
      <dgm:t>
        <a:bodyPr/>
        <a:lstStyle/>
        <a:p>
          <a:endParaRPr lang="en-US"/>
        </a:p>
      </dgm:t>
    </dgm:pt>
    <dgm:pt modelId="{22D4BB44-3DFC-4BF5-A941-68CAF9FF013C}" type="sibTrans" cxnId="{68F5D3CF-6FC6-45EC-A94B-98EA8122EADA}">
      <dgm:prSet/>
      <dgm:spPr/>
      <dgm:t>
        <a:bodyPr/>
        <a:lstStyle/>
        <a:p>
          <a:endParaRPr lang="en-US"/>
        </a:p>
      </dgm:t>
    </dgm:pt>
    <dgm:pt modelId="{32E4552F-FEA3-4B33-B3B6-43FF2F97099A}">
      <dgm:prSet/>
      <dgm:spPr/>
      <dgm:t>
        <a:bodyPr/>
        <a:lstStyle/>
        <a:p>
          <a:r>
            <a:rPr lang="en-US"/>
            <a:t>Persistence</a:t>
          </a:r>
        </a:p>
      </dgm:t>
    </dgm:pt>
    <dgm:pt modelId="{849683F5-CB19-467C-AF84-2446905DC6F5}" type="parTrans" cxnId="{80750B54-C047-49C0-9FB3-AAD177C1E272}">
      <dgm:prSet/>
      <dgm:spPr/>
      <dgm:t>
        <a:bodyPr/>
        <a:lstStyle/>
        <a:p>
          <a:endParaRPr lang="en-US"/>
        </a:p>
      </dgm:t>
    </dgm:pt>
    <dgm:pt modelId="{C04187CA-D5C8-4DD4-8915-5DC529F77CF3}" type="sibTrans" cxnId="{80750B54-C047-49C0-9FB3-AAD177C1E272}">
      <dgm:prSet/>
      <dgm:spPr/>
      <dgm:t>
        <a:bodyPr/>
        <a:lstStyle/>
        <a:p>
          <a:endParaRPr lang="en-US"/>
        </a:p>
      </dgm:t>
    </dgm:pt>
    <dgm:pt modelId="{9488E1A9-F09F-DB47-A59A-D3E8183A1775}" type="pres">
      <dgm:prSet presAssocID="{9D862AE4-2577-477D-A8F3-98E5FBD5EDDE}" presName="linear" presStyleCnt="0">
        <dgm:presLayoutVars>
          <dgm:animLvl val="lvl"/>
          <dgm:resizeHandles val="exact"/>
        </dgm:presLayoutVars>
      </dgm:prSet>
      <dgm:spPr/>
    </dgm:pt>
    <dgm:pt modelId="{09A7136B-07BB-3041-AACE-54270F0E1C35}" type="pres">
      <dgm:prSet presAssocID="{F5D9B046-BE80-4F06-A8A1-329D39B216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21A4F4-E619-0A4E-A872-311BCC30CB29}" type="pres">
      <dgm:prSet presAssocID="{0C4E9278-6C52-4529-8EF5-A758266DEAD3}" presName="spacer" presStyleCnt="0"/>
      <dgm:spPr/>
    </dgm:pt>
    <dgm:pt modelId="{25F58902-AEE7-464F-B854-77BC45C1EC1B}" type="pres">
      <dgm:prSet presAssocID="{415A175D-3009-4353-83FF-3207213AAB0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E9C61F-7E1A-E942-9E9A-9C36ADA3A37B}" type="pres">
      <dgm:prSet presAssocID="{0EE8C4EF-E74F-4AF3-B905-C04A6F480C92}" presName="spacer" presStyleCnt="0"/>
      <dgm:spPr/>
    </dgm:pt>
    <dgm:pt modelId="{817F9900-BF28-8F45-9DFD-C61F0BDD4AE5}" type="pres">
      <dgm:prSet presAssocID="{22113B8C-9F78-415F-80A7-BAB27BF84E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3F9913-9DC1-274F-8A47-25FA0D5132B7}" type="pres">
      <dgm:prSet presAssocID="{22D4BB44-3DFC-4BF5-A941-68CAF9FF013C}" presName="spacer" presStyleCnt="0"/>
      <dgm:spPr/>
    </dgm:pt>
    <dgm:pt modelId="{ADEE7B63-7F04-374C-A355-8B2BA6BFF6DD}" type="pres">
      <dgm:prSet presAssocID="{32E4552F-FEA3-4B33-B3B6-43FF2F9709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CC3330B-C989-894A-A7D4-388D70699D45}" type="presOf" srcId="{22113B8C-9F78-415F-80A7-BAB27BF84EAD}" destId="{817F9900-BF28-8F45-9DFD-C61F0BDD4AE5}" srcOrd="0" destOrd="0" presId="urn:microsoft.com/office/officeart/2005/8/layout/vList2"/>
    <dgm:cxn modelId="{DDFF7A12-8BCE-3742-BF0D-914F46DBB576}" type="presOf" srcId="{415A175D-3009-4353-83FF-3207213AAB05}" destId="{25F58902-AEE7-464F-B854-77BC45C1EC1B}" srcOrd="0" destOrd="0" presId="urn:microsoft.com/office/officeart/2005/8/layout/vList2"/>
    <dgm:cxn modelId="{4B185928-B729-2644-83F9-70821C205F0D}" type="presOf" srcId="{32E4552F-FEA3-4B33-B3B6-43FF2F97099A}" destId="{ADEE7B63-7F04-374C-A355-8B2BA6BFF6DD}" srcOrd="0" destOrd="0" presId="urn:microsoft.com/office/officeart/2005/8/layout/vList2"/>
    <dgm:cxn modelId="{C4EE7144-0FDB-49E3-8018-ECA4C4679831}" srcId="{9D862AE4-2577-477D-A8F3-98E5FBD5EDDE}" destId="{F5D9B046-BE80-4F06-A8A1-329D39B216E4}" srcOrd="0" destOrd="0" parTransId="{46B6EC09-95CA-41D1-85C0-58E971211EAF}" sibTransId="{0C4E9278-6C52-4529-8EF5-A758266DEAD3}"/>
    <dgm:cxn modelId="{80750B54-C047-49C0-9FB3-AAD177C1E272}" srcId="{9D862AE4-2577-477D-A8F3-98E5FBD5EDDE}" destId="{32E4552F-FEA3-4B33-B3B6-43FF2F97099A}" srcOrd="3" destOrd="0" parTransId="{849683F5-CB19-467C-AF84-2446905DC6F5}" sibTransId="{C04187CA-D5C8-4DD4-8915-5DC529F77CF3}"/>
    <dgm:cxn modelId="{55329065-4423-4444-9246-6B70D508936C}" type="presOf" srcId="{9D862AE4-2577-477D-A8F3-98E5FBD5EDDE}" destId="{9488E1A9-F09F-DB47-A59A-D3E8183A1775}" srcOrd="0" destOrd="0" presId="urn:microsoft.com/office/officeart/2005/8/layout/vList2"/>
    <dgm:cxn modelId="{EF802869-0F6B-2D40-8909-A471109BF8C2}" type="presOf" srcId="{F5D9B046-BE80-4F06-A8A1-329D39B216E4}" destId="{09A7136B-07BB-3041-AACE-54270F0E1C35}" srcOrd="0" destOrd="0" presId="urn:microsoft.com/office/officeart/2005/8/layout/vList2"/>
    <dgm:cxn modelId="{7C93E17C-FD48-4A2C-A0D2-B72A9B4B27EA}" srcId="{9D862AE4-2577-477D-A8F3-98E5FBD5EDDE}" destId="{415A175D-3009-4353-83FF-3207213AAB05}" srcOrd="1" destOrd="0" parTransId="{97CB65A6-EBF0-4373-97DE-4D9BE8097E30}" sibTransId="{0EE8C4EF-E74F-4AF3-B905-C04A6F480C92}"/>
    <dgm:cxn modelId="{68F5D3CF-6FC6-45EC-A94B-98EA8122EADA}" srcId="{9D862AE4-2577-477D-A8F3-98E5FBD5EDDE}" destId="{22113B8C-9F78-415F-80A7-BAB27BF84EAD}" srcOrd="2" destOrd="0" parTransId="{68576AF1-AAB6-432F-8F1A-087992C558A2}" sibTransId="{22D4BB44-3DFC-4BF5-A941-68CAF9FF013C}"/>
    <dgm:cxn modelId="{1DAF2C29-EA97-C844-A4A0-6A9CB393268C}" type="presParOf" srcId="{9488E1A9-F09F-DB47-A59A-D3E8183A1775}" destId="{09A7136B-07BB-3041-AACE-54270F0E1C35}" srcOrd="0" destOrd="0" presId="urn:microsoft.com/office/officeart/2005/8/layout/vList2"/>
    <dgm:cxn modelId="{90B44AFF-4606-B840-A4DA-C3B9A2CC52CE}" type="presParOf" srcId="{9488E1A9-F09F-DB47-A59A-D3E8183A1775}" destId="{9A21A4F4-E619-0A4E-A872-311BCC30CB29}" srcOrd="1" destOrd="0" presId="urn:microsoft.com/office/officeart/2005/8/layout/vList2"/>
    <dgm:cxn modelId="{8FDBF0A1-641F-FE48-A6EA-CBC607C2C1BD}" type="presParOf" srcId="{9488E1A9-F09F-DB47-A59A-D3E8183A1775}" destId="{25F58902-AEE7-464F-B854-77BC45C1EC1B}" srcOrd="2" destOrd="0" presId="urn:microsoft.com/office/officeart/2005/8/layout/vList2"/>
    <dgm:cxn modelId="{A3E76EBC-6613-F64F-B841-7E6437E2495C}" type="presParOf" srcId="{9488E1A9-F09F-DB47-A59A-D3E8183A1775}" destId="{51E9C61F-7E1A-E942-9E9A-9C36ADA3A37B}" srcOrd="3" destOrd="0" presId="urn:microsoft.com/office/officeart/2005/8/layout/vList2"/>
    <dgm:cxn modelId="{99E6A1EC-57C9-B146-A9EC-41C3B412CB42}" type="presParOf" srcId="{9488E1A9-F09F-DB47-A59A-D3E8183A1775}" destId="{817F9900-BF28-8F45-9DFD-C61F0BDD4AE5}" srcOrd="4" destOrd="0" presId="urn:microsoft.com/office/officeart/2005/8/layout/vList2"/>
    <dgm:cxn modelId="{8DFBB0C1-A81D-8A4F-9BEE-14970A56B88D}" type="presParOf" srcId="{9488E1A9-F09F-DB47-A59A-D3E8183A1775}" destId="{FF3F9913-9DC1-274F-8A47-25FA0D5132B7}" srcOrd="5" destOrd="0" presId="urn:microsoft.com/office/officeart/2005/8/layout/vList2"/>
    <dgm:cxn modelId="{A2CDE331-8D20-EB42-9325-6574FD21F2C8}" type="presParOf" srcId="{9488E1A9-F09F-DB47-A59A-D3E8183A1775}" destId="{ADEE7B63-7F04-374C-A355-8B2BA6BFF6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4B7C78-E8A9-4C01-B12E-D9AFD886348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56077B2-9CD2-408B-9D75-9DFD2BA28F7E}">
      <dgm:prSet/>
      <dgm:spPr/>
      <dgm:t>
        <a:bodyPr/>
        <a:lstStyle/>
        <a:p>
          <a:pPr>
            <a:defRPr cap="all"/>
          </a:pPr>
          <a:r>
            <a:rPr lang="en-US"/>
            <a:t>Pilot deployment</a:t>
          </a:r>
        </a:p>
      </dgm:t>
    </dgm:pt>
    <dgm:pt modelId="{CF4776B1-26A6-4E3C-AD56-D4A55BC23865}" type="parTrans" cxnId="{A2DAD0C1-E068-47C8-96A9-A722D749668C}">
      <dgm:prSet/>
      <dgm:spPr/>
      <dgm:t>
        <a:bodyPr/>
        <a:lstStyle/>
        <a:p>
          <a:endParaRPr lang="en-US"/>
        </a:p>
      </dgm:t>
    </dgm:pt>
    <dgm:pt modelId="{F9229D4C-7A3D-45C2-B37F-F4C49778665B}" type="sibTrans" cxnId="{A2DAD0C1-E068-47C8-96A9-A722D749668C}">
      <dgm:prSet/>
      <dgm:spPr/>
      <dgm:t>
        <a:bodyPr/>
        <a:lstStyle/>
        <a:p>
          <a:endParaRPr lang="en-US"/>
        </a:p>
      </dgm:t>
    </dgm:pt>
    <dgm:pt modelId="{DF5865E4-6745-4D5E-8DE3-4815E1239E5A}">
      <dgm:prSet/>
      <dgm:spPr/>
      <dgm:t>
        <a:bodyPr/>
        <a:lstStyle/>
        <a:p>
          <a:pPr>
            <a:defRPr cap="all"/>
          </a:pPr>
          <a:r>
            <a:rPr lang="en-US"/>
            <a:t>Data partnership</a:t>
          </a:r>
        </a:p>
      </dgm:t>
    </dgm:pt>
    <dgm:pt modelId="{072870BB-B95A-4B51-A499-ACF07149C0A5}" type="parTrans" cxnId="{E11F99E4-4032-431B-A6B8-69EFB44625A0}">
      <dgm:prSet/>
      <dgm:spPr/>
      <dgm:t>
        <a:bodyPr/>
        <a:lstStyle/>
        <a:p>
          <a:endParaRPr lang="en-US"/>
        </a:p>
      </dgm:t>
    </dgm:pt>
    <dgm:pt modelId="{1985047D-6E4E-4D75-8490-6DA969DE2A2D}" type="sibTrans" cxnId="{E11F99E4-4032-431B-A6B8-69EFB44625A0}">
      <dgm:prSet/>
      <dgm:spPr/>
      <dgm:t>
        <a:bodyPr/>
        <a:lstStyle/>
        <a:p>
          <a:endParaRPr lang="en-US"/>
        </a:p>
      </dgm:t>
    </dgm:pt>
    <dgm:pt modelId="{631FF05F-445A-450B-9010-C097A0096B0E}">
      <dgm:prSet/>
      <dgm:spPr/>
      <dgm:t>
        <a:bodyPr/>
        <a:lstStyle/>
        <a:p>
          <a:pPr>
            <a:defRPr cap="all"/>
          </a:pPr>
          <a:r>
            <a:rPr lang="en-US"/>
            <a:t>Evaluation criteria</a:t>
          </a:r>
        </a:p>
      </dgm:t>
    </dgm:pt>
    <dgm:pt modelId="{3A66143E-D8A3-47DC-93A5-828B86F1192A}" type="parTrans" cxnId="{D53C78E6-726E-41B2-B06C-C7866192F5F8}">
      <dgm:prSet/>
      <dgm:spPr/>
      <dgm:t>
        <a:bodyPr/>
        <a:lstStyle/>
        <a:p>
          <a:endParaRPr lang="en-US"/>
        </a:p>
      </dgm:t>
    </dgm:pt>
    <dgm:pt modelId="{0B930627-584B-45A3-88A3-C2243FAED906}" type="sibTrans" cxnId="{D53C78E6-726E-41B2-B06C-C7866192F5F8}">
      <dgm:prSet/>
      <dgm:spPr/>
      <dgm:t>
        <a:bodyPr/>
        <a:lstStyle/>
        <a:p>
          <a:endParaRPr lang="en-US"/>
        </a:p>
      </dgm:t>
    </dgm:pt>
    <dgm:pt modelId="{1C885D28-039A-4934-A5A7-3B29696732C2}" type="pres">
      <dgm:prSet presAssocID="{734B7C78-E8A9-4C01-B12E-D9AFD8863481}" presName="root" presStyleCnt="0">
        <dgm:presLayoutVars>
          <dgm:dir/>
          <dgm:resizeHandles val="exact"/>
        </dgm:presLayoutVars>
      </dgm:prSet>
      <dgm:spPr/>
    </dgm:pt>
    <dgm:pt modelId="{732B6308-2130-4FF7-A64A-EE4FA9241DEB}" type="pres">
      <dgm:prSet presAssocID="{756077B2-9CD2-408B-9D75-9DFD2BA28F7E}" presName="compNode" presStyleCnt="0"/>
      <dgm:spPr/>
    </dgm:pt>
    <dgm:pt modelId="{14D7312B-5A4A-4A23-9EE8-02A10F250669}" type="pres">
      <dgm:prSet presAssocID="{756077B2-9CD2-408B-9D75-9DFD2BA28F7E}" presName="iconBgRect" presStyleLbl="bgShp" presStyleIdx="0" presStyleCnt="3"/>
      <dgm:spPr/>
    </dgm:pt>
    <dgm:pt modelId="{1AF29223-7BA8-434C-9F43-897274A52BE2}" type="pres">
      <dgm:prSet presAssocID="{756077B2-9CD2-408B-9D75-9DFD2BA28F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C8DBDCB9-5300-4EB7-A8C0-BE55BEC6AFC4}" type="pres">
      <dgm:prSet presAssocID="{756077B2-9CD2-408B-9D75-9DFD2BA28F7E}" presName="spaceRect" presStyleCnt="0"/>
      <dgm:spPr/>
    </dgm:pt>
    <dgm:pt modelId="{003CD26B-3CC7-43A7-8499-DC0CBD012BCC}" type="pres">
      <dgm:prSet presAssocID="{756077B2-9CD2-408B-9D75-9DFD2BA28F7E}" presName="textRect" presStyleLbl="revTx" presStyleIdx="0" presStyleCnt="3">
        <dgm:presLayoutVars>
          <dgm:chMax val="1"/>
          <dgm:chPref val="1"/>
        </dgm:presLayoutVars>
      </dgm:prSet>
      <dgm:spPr/>
    </dgm:pt>
    <dgm:pt modelId="{1AD8F04A-8B3D-4DB3-9DCE-F1F0A02BD804}" type="pres">
      <dgm:prSet presAssocID="{F9229D4C-7A3D-45C2-B37F-F4C49778665B}" presName="sibTrans" presStyleCnt="0"/>
      <dgm:spPr/>
    </dgm:pt>
    <dgm:pt modelId="{E6B9BFEA-6B88-4B86-89CA-798B24332C0D}" type="pres">
      <dgm:prSet presAssocID="{DF5865E4-6745-4D5E-8DE3-4815E1239E5A}" presName="compNode" presStyleCnt="0"/>
      <dgm:spPr/>
    </dgm:pt>
    <dgm:pt modelId="{346D1749-F19D-45E7-9BBE-DCCF509E6C86}" type="pres">
      <dgm:prSet presAssocID="{DF5865E4-6745-4D5E-8DE3-4815E1239E5A}" presName="iconBgRect" presStyleLbl="bgShp" presStyleIdx="1" presStyleCnt="3"/>
      <dgm:spPr/>
    </dgm:pt>
    <dgm:pt modelId="{40C6DAB5-262B-42A2-9618-504D79178D75}" type="pres">
      <dgm:prSet presAssocID="{DF5865E4-6745-4D5E-8DE3-4815E1239E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7723334-416D-44F8-9752-A35AB7505829}" type="pres">
      <dgm:prSet presAssocID="{DF5865E4-6745-4D5E-8DE3-4815E1239E5A}" presName="spaceRect" presStyleCnt="0"/>
      <dgm:spPr/>
    </dgm:pt>
    <dgm:pt modelId="{1874D472-B6A8-4AFD-9937-6C2E92A0182A}" type="pres">
      <dgm:prSet presAssocID="{DF5865E4-6745-4D5E-8DE3-4815E1239E5A}" presName="textRect" presStyleLbl="revTx" presStyleIdx="1" presStyleCnt="3">
        <dgm:presLayoutVars>
          <dgm:chMax val="1"/>
          <dgm:chPref val="1"/>
        </dgm:presLayoutVars>
      </dgm:prSet>
      <dgm:spPr/>
    </dgm:pt>
    <dgm:pt modelId="{B22CF660-3F43-474F-B5DC-BE87016654A9}" type="pres">
      <dgm:prSet presAssocID="{1985047D-6E4E-4D75-8490-6DA969DE2A2D}" presName="sibTrans" presStyleCnt="0"/>
      <dgm:spPr/>
    </dgm:pt>
    <dgm:pt modelId="{4EEF358A-1530-40E0-8926-164659D147D1}" type="pres">
      <dgm:prSet presAssocID="{631FF05F-445A-450B-9010-C097A0096B0E}" presName="compNode" presStyleCnt="0"/>
      <dgm:spPr/>
    </dgm:pt>
    <dgm:pt modelId="{F87BA60C-CD16-40D8-ADA9-C4B2E2E96820}" type="pres">
      <dgm:prSet presAssocID="{631FF05F-445A-450B-9010-C097A0096B0E}" presName="iconBgRect" presStyleLbl="bgShp" presStyleIdx="2" presStyleCnt="3"/>
      <dgm:spPr/>
    </dgm:pt>
    <dgm:pt modelId="{E3D582A4-5A82-4109-BBB2-BEE91FDB5B92}" type="pres">
      <dgm:prSet presAssocID="{631FF05F-445A-450B-9010-C097A0096B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DD68914-432F-4DDE-BDE8-623176B12296}" type="pres">
      <dgm:prSet presAssocID="{631FF05F-445A-450B-9010-C097A0096B0E}" presName="spaceRect" presStyleCnt="0"/>
      <dgm:spPr/>
    </dgm:pt>
    <dgm:pt modelId="{41D5A1D0-E080-4468-B3C9-9E8C5C9E8BDD}" type="pres">
      <dgm:prSet presAssocID="{631FF05F-445A-450B-9010-C097A0096B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6CAB34B-FD45-4B84-B914-44946B885939}" type="presOf" srcId="{734B7C78-E8A9-4C01-B12E-D9AFD8863481}" destId="{1C885D28-039A-4934-A5A7-3B29696732C2}" srcOrd="0" destOrd="0" presId="urn:microsoft.com/office/officeart/2018/5/layout/IconCircleLabelList"/>
    <dgm:cxn modelId="{761984A5-E953-4A9E-9E3F-968452C5A0C1}" type="presOf" srcId="{631FF05F-445A-450B-9010-C097A0096B0E}" destId="{41D5A1D0-E080-4468-B3C9-9E8C5C9E8BDD}" srcOrd="0" destOrd="0" presId="urn:microsoft.com/office/officeart/2018/5/layout/IconCircleLabelList"/>
    <dgm:cxn modelId="{4EBF9DA9-6F6A-4651-B91C-2DAEC2F62319}" type="presOf" srcId="{756077B2-9CD2-408B-9D75-9DFD2BA28F7E}" destId="{003CD26B-3CC7-43A7-8499-DC0CBD012BCC}" srcOrd="0" destOrd="0" presId="urn:microsoft.com/office/officeart/2018/5/layout/IconCircleLabelList"/>
    <dgm:cxn modelId="{A2DAD0C1-E068-47C8-96A9-A722D749668C}" srcId="{734B7C78-E8A9-4C01-B12E-D9AFD8863481}" destId="{756077B2-9CD2-408B-9D75-9DFD2BA28F7E}" srcOrd="0" destOrd="0" parTransId="{CF4776B1-26A6-4E3C-AD56-D4A55BC23865}" sibTransId="{F9229D4C-7A3D-45C2-B37F-F4C49778665B}"/>
    <dgm:cxn modelId="{BD6C7DC6-4396-4042-9E44-3EF3D60646CB}" type="presOf" srcId="{DF5865E4-6745-4D5E-8DE3-4815E1239E5A}" destId="{1874D472-B6A8-4AFD-9937-6C2E92A0182A}" srcOrd="0" destOrd="0" presId="urn:microsoft.com/office/officeart/2018/5/layout/IconCircleLabelList"/>
    <dgm:cxn modelId="{E11F99E4-4032-431B-A6B8-69EFB44625A0}" srcId="{734B7C78-E8A9-4C01-B12E-D9AFD8863481}" destId="{DF5865E4-6745-4D5E-8DE3-4815E1239E5A}" srcOrd="1" destOrd="0" parTransId="{072870BB-B95A-4B51-A499-ACF07149C0A5}" sibTransId="{1985047D-6E4E-4D75-8490-6DA969DE2A2D}"/>
    <dgm:cxn modelId="{D53C78E6-726E-41B2-B06C-C7866192F5F8}" srcId="{734B7C78-E8A9-4C01-B12E-D9AFD8863481}" destId="{631FF05F-445A-450B-9010-C097A0096B0E}" srcOrd="2" destOrd="0" parTransId="{3A66143E-D8A3-47DC-93A5-828B86F1192A}" sibTransId="{0B930627-584B-45A3-88A3-C2243FAED906}"/>
    <dgm:cxn modelId="{9A818627-068F-4C8E-8DC0-4DAA71E9BCC6}" type="presParOf" srcId="{1C885D28-039A-4934-A5A7-3B29696732C2}" destId="{732B6308-2130-4FF7-A64A-EE4FA9241DEB}" srcOrd="0" destOrd="0" presId="urn:microsoft.com/office/officeart/2018/5/layout/IconCircleLabelList"/>
    <dgm:cxn modelId="{0DA2D51F-B6CB-4D12-A223-2BD5000158E4}" type="presParOf" srcId="{732B6308-2130-4FF7-A64A-EE4FA9241DEB}" destId="{14D7312B-5A4A-4A23-9EE8-02A10F250669}" srcOrd="0" destOrd="0" presId="urn:microsoft.com/office/officeart/2018/5/layout/IconCircleLabelList"/>
    <dgm:cxn modelId="{B3D9206E-A827-4C4E-86AC-996B73865DBF}" type="presParOf" srcId="{732B6308-2130-4FF7-A64A-EE4FA9241DEB}" destId="{1AF29223-7BA8-434C-9F43-897274A52BE2}" srcOrd="1" destOrd="0" presId="urn:microsoft.com/office/officeart/2018/5/layout/IconCircleLabelList"/>
    <dgm:cxn modelId="{D07642DF-2D31-4788-B83F-552DD244A50F}" type="presParOf" srcId="{732B6308-2130-4FF7-A64A-EE4FA9241DEB}" destId="{C8DBDCB9-5300-4EB7-A8C0-BE55BEC6AFC4}" srcOrd="2" destOrd="0" presId="urn:microsoft.com/office/officeart/2018/5/layout/IconCircleLabelList"/>
    <dgm:cxn modelId="{A2BCDCB0-64DE-42D0-B72F-5D7985740F7E}" type="presParOf" srcId="{732B6308-2130-4FF7-A64A-EE4FA9241DEB}" destId="{003CD26B-3CC7-43A7-8499-DC0CBD012BCC}" srcOrd="3" destOrd="0" presId="urn:microsoft.com/office/officeart/2018/5/layout/IconCircleLabelList"/>
    <dgm:cxn modelId="{F99452AA-4724-44CE-87C3-9ED2F93B1267}" type="presParOf" srcId="{1C885D28-039A-4934-A5A7-3B29696732C2}" destId="{1AD8F04A-8B3D-4DB3-9DCE-F1F0A02BD804}" srcOrd="1" destOrd="0" presId="urn:microsoft.com/office/officeart/2018/5/layout/IconCircleLabelList"/>
    <dgm:cxn modelId="{4A453278-94C8-426C-A07F-DD0DD52C8B19}" type="presParOf" srcId="{1C885D28-039A-4934-A5A7-3B29696732C2}" destId="{E6B9BFEA-6B88-4B86-89CA-798B24332C0D}" srcOrd="2" destOrd="0" presId="urn:microsoft.com/office/officeart/2018/5/layout/IconCircleLabelList"/>
    <dgm:cxn modelId="{3E711100-E66B-4C8C-84BF-D4F37C1290A4}" type="presParOf" srcId="{E6B9BFEA-6B88-4B86-89CA-798B24332C0D}" destId="{346D1749-F19D-45E7-9BBE-DCCF509E6C86}" srcOrd="0" destOrd="0" presId="urn:microsoft.com/office/officeart/2018/5/layout/IconCircleLabelList"/>
    <dgm:cxn modelId="{88583AE2-3DF0-479B-9E73-851380B34633}" type="presParOf" srcId="{E6B9BFEA-6B88-4B86-89CA-798B24332C0D}" destId="{40C6DAB5-262B-42A2-9618-504D79178D75}" srcOrd="1" destOrd="0" presId="urn:microsoft.com/office/officeart/2018/5/layout/IconCircleLabelList"/>
    <dgm:cxn modelId="{A0C4A894-A36B-4A58-B024-0AA4F5D0B7EA}" type="presParOf" srcId="{E6B9BFEA-6B88-4B86-89CA-798B24332C0D}" destId="{77723334-416D-44F8-9752-A35AB7505829}" srcOrd="2" destOrd="0" presId="urn:microsoft.com/office/officeart/2018/5/layout/IconCircleLabelList"/>
    <dgm:cxn modelId="{EECE2230-9F34-4DBA-8B2C-EECDAAF0C759}" type="presParOf" srcId="{E6B9BFEA-6B88-4B86-89CA-798B24332C0D}" destId="{1874D472-B6A8-4AFD-9937-6C2E92A0182A}" srcOrd="3" destOrd="0" presId="urn:microsoft.com/office/officeart/2018/5/layout/IconCircleLabelList"/>
    <dgm:cxn modelId="{7CB178F2-8936-47BD-B75A-B6BD8F70830A}" type="presParOf" srcId="{1C885D28-039A-4934-A5A7-3B29696732C2}" destId="{B22CF660-3F43-474F-B5DC-BE87016654A9}" srcOrd="3" destOrd="0" presId="urn:microsoft.com/office/officeart/2018/5/layout/IconCircleLabelList"/>
    <dgm:cxn modelId="{6B8198BF-7BF0-4230-8656-572199046977}" type="presParOf" srcId="{1C885D28-039A-4934-A5A7-3B29696732C2}" destId="{4EEF358A-1530-40E0-8926-164659D147D1}" srcOrd="4" destOrd="0" presId="urn:microsoft.com/office/officeart/2018/5/layout/IconCircleLabelList"/>
    <dgm:cxn modelId="{3934B4C8-1C2F-40BE-B8F0-CBD525D33D60}" type="presParOf" srcId="{4EEF358A-1530-40E0-8926-164659D147D1}" destId="{F87BA60C-CD16-40D8-ADA9-C4B2E2E96820}" srcOrd="0" destOrd="0" presId="urn:microsoft.com/office/officeart/2018/5/layout/IconCircleLabelList"/>
    <dgm:cxn modelId="{4875152D-68D7-4349-9F7B-B5A47296A05F}" type="presParOf" srcId="{4EEF358A-1530-40E0-8926-164659D147D1}" destId="{E3D582A4-5A82-4109-BBB2-BEE91FDB5B92}" srcOrd="1" destOrd="0" presId="urn:microsoft.com/office/officeart/2018/5/layout/IconCircleLabelList"/>
    <dgm:cxn modelId="{EAA99DB6-BC87-4965-BAD5-656C8802E793}" type="presParOf" srcId="{4EEF358A-1530-40E0-8926-164659D147D1}" destId="{9DD68914-432F-4DDE-BDE8-623176B12296}" srcOrd="2" destOrd="0" presId="urn:microsoft.com/office/officeart/2018/5/layout/IconCircleLabelList"/>
    <dgm:cxn modelId="{1786305A-7BE3-4D13-BE64-96B3620E005B}" type="presParOf" srcId="{4EEF358A-1530-40E0-8926-164659D147D1}" destId="{41D5A1D0-E080-4468-B3C9-9E8C5C9E8BD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84477-C5CE-EB48-8906-62555B9577EE}">
      <dsp:nvSpPr>
        <dsp:cNvPr id="0" name=""/>
        <dsp:cNvSpPr/>
      </dsp:nvSpPr>
      <dsp:spPr>
        <a:xfrm>
          <a:off x="2402353" y="0"/>
          <a:ext cx="6123121" cy="3689405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39CF6-83F1-FF48-88E3-0FD7B5E5FB09}">
      <dsp:nvSpPr>
        <dsp:cNvPr id="0" name=""/>
        <dsp:cNvSpPr/>
      </dsp:nvSpPr>
      <dsp:spPr>
        <a:xfrm>
          <a:off x="5463914" y="370922"/>
          <a:ext cx="2398113" cy="87335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Insights</a:t>
          </a:r>
        </a:p>
      </dsp:txBody>
      <dsp:txXfrm>
        <a:off x="5506547" y="413555"/>
        <a:ext cx="2312847" cy="788085"/>
      </dsp:txXfrm>
    </dsp:sp>
    <dsp:sp modelId="{EBCFE4DA-196C-614A-82DA-B47D2D9B855A}">
      <dsp:nvSpPr>
        <dsp:cNvPr id="0" name=""/>
        <dsp:cNvSpPr/>
      </dsp:nvSpPr>
      <dsp:spPr>
        <a:xfrm>
          <a:off x="5463914" y="1353442"/>
          <a:ext cx="2398113" cy="87335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Analyse</a:t>
          </a:r>
        </a:p>
      </dsp:txBody>
      <dsp:txXfrm>
        <a:off x="5506547" y="1396075"/>
        <a:ext cx="2312847" cy="788085"/>
      </dsp:txXfrm>
    </dsp:sp>
    <dsp:sp modelId="{7CDEF349-C3D6-DF4C-A867-493BBD73E71C}">
      <dsp:nvSpPr>
        <dsp:cNvPr id="0" name=""/>
        <dsp:cNvSpPr/>
      </dsp:nvSpPr>
      <dsp:spPr>
        <a:xfrm>
          <a:off x="5463914" y="2335962"/>
          <a:ext cx="2398113" cy="87335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Upload</a:t>
          </a:r>
        </a:p>
      </dsp:txBody>
      <dsp:txXfrm>
        <a:off x="5506547" y="2378595"/>
        <a:ext cx="2312847" cy="788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4F5D8-FC57-49BC-91B2-4629EF67F3F9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D9742-F615-40CB-B027-BE08E2A07376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1F260-6778-428A-8DE8-6E508E834072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workbook sheets as training data</a:t>
          </a:r>
        </a:p>
      </dsp:txBody>
      <dsp:txXfrm>
        <a:off x="100682" y="2432898"/>
        <a:ext cx="2370489" cy="720000"/>
      </dsp:txXfrm>
    </dsp:sp>
    <dsp:sp modelId="{4CBCDC2E-F721-4472-8570-A2731C75698D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1BFAD-02E8-4195-A75A-CE11BDC2959C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08C45-FA44-4913-A6DC-B0A2D9AACF8B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 err="1"/>
            <a:t>FWh</a:t>
          </a:r>
          <a:r>
            <a:rPr lang="en-US" sz="2100" kern="1200" dirty="0"/>
            <a:t> </a:t>
          </a:r>
          <a:r>
            <a:rPr lang="en-US" sz="2100" kern="1200" dirty="0" err="1"/>
            <a:t>standardisation</a:t>
          </a:r>
          <a:endParaRPr lang="en-US" sz="2100" kern="1200" dirty="0"/>
        </a:p>
      </dsp:txBody>
      <dsp:txXfrm>
        <a:off x="2886007" y="2432898"/>
        <a:ext cx="2370489" cy="720000"/>
      </dsp:txXfrm>
    </dsp:sp>
    <dsp:sp modelId="{C0DFA7B5-5BBF-485E-99BD-4DD5CE16EB77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13EE5-A054-421E-9440-D9B3113B408F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43C16-9EA4-411C-8558-31C3069C5942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EV approximations</a:t>
          </a:r>
        </a:p>
      </dsp:txBody>
      <dsp:txXfrm>
        <a:off x="5671332" y="2432898"/>
        <a:ext cx="2370489" cy="720000"/>
      </dsp:txXfrm>
    </dsp:sp>
    <dsp:sp modelId="{6D2B3B26-4329-4D62-B8BB-D3D0B266E18A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AF788-6626-4CE5-BA63-0001A562E5D2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28BF7-2D2F-45C3-B3EA-D8CA48CCA2D8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Weather forecasts</a:t>
          </a:r>
        </a:p>
      </dsp:txBody>
      <dsp:txXfrm>
        <a:off x="8456657" y="24328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A59C9-CF40-4EC2-8F84-4D26F828E4D1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EA016-DABF-488A-B2DA-A7CA994CB5EB}">
      <dsp:nvSpPr>
        <dsp:cNvPr id="0" name=""/>
        <dsp:cNvSpPr/>
      </dsp:nvSpPr>
      <dsp:spPr>
        <a:xfrm>
          <a:off x="1135476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047CB-B685-4CB9-810F-F6838B71DC27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Operational visibility</a:t>
          </a:r>
        </a:p>
      </dsp:txBody>
      <dsp:txXfrm>
        <a:off x="93445" y="3018902"/>
        <a:ext cx="3206250" cy="720000"/>
      </dsp:txXfrm>
    </dsp:sp>
    <dsp:sp modelId="{D516D837-4954-40AF-911D-318574741AD1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F9D19-42A9-470C-A8A7-4024E95CED9F}">
      <dsp:nvSpPr>
        <dsp:cNvPr id="0" name=""/>
        <dsp:cNvSpPr/>
      </dsp:nvSpPr>
      <dsp:spPr>
        <a:xfrm>
          <a:off x="4902820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C36D8-E55D-4FB2-B2DB-DAE84A3920D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/>
            <a:t>Per-region </a:t>
          </a:r>
          <a:r>
            <a:rPr lang="en-US" sz="2800" kern="1200" dirty="0" err="1"/>
            <a:t>optimisation</a:t>
          </a:r>
          <a:endParaRPr lang="en-US" sz="2800" kern="1200" dirty="0"/>
        </a:p>
      </dsp:txBody>
      <dsp:txXfrm>
        <a:off x="3860789" y="3018902"/>
        <a:ext cx="3206250" cy="720000"/>
      </dsp:txXfrm>
    </dsp:sp>
    <dsp:sp modelId="{04597F6A-DD05-4F61-87F4-337E1A4B19A6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234C5-3071-46F3-A3BC-FD8D586076ED}">
      <dsp:nvSpPr>
        <dsp:cNvPr id="0" name=""/>
        <dsp:cNvSpPr/>
      </dsp:nvSpPr>
      <dsp:spPr>
        <a:xfrm>
          <a:off x="8670164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57245-AFAD-45F0-865C-E9238F15268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Rapid scenario testing</a:t>
          </a:r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B6EE5-1BC6-BA40-9DE9-0DE2DA45A1A8}">
      <dsp:nvSpPr>
        <dsp:cNvPr id="0" name=""/>
        <dsp:cNvSpPr/>
      </dsp:nvSpPr>
      <dsp:spPr>
        <a:xfrm>
          <a:off x="0" y="24084"/>
          <a:ext cx="10927829" cy="7528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Thorough use of Gemini</a:t>
          </a:r>
        </a:p>
      </dsp:txBody>
      <dsp:txXfrm>
        <a:off x="36753" y="60837"/>
        <a:ext cx="10854323" cy="679389"/>
      </dsp:txXfrm>
    </dsp:sp>
    <dsp:sp modelId="{5623B5E2-FF21-434F-86AB-EB6BDDC627D7}">
      <dsp:nvSpPr>
        <dsp:cNvPr id="0" name=""/>
        <dsp:cNvSpPr/>
      </dsp:nvSpPr>
      <dsp:spPr>
        <a:xfrm>
          <a:off x="0" y="872019"/>
          <a:ext cx="10927829" cy="752895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Schema prompts</a:t>
          </a:r>
        </a:p>
      </dsp:txBody>
      <dsp:txXfrm>
        <a:off x="36753" y="908772"/>
        <a:ext cx="10854323" cy="679389"/>
      </dsp:txXfrm>
    </dsp:sp>
    <dsp:sp modelId="{5C564457-9D3A-9649-A5CC-72A0BBBBA76D}">
      <dsp:nvSpPr>
        <dsp:cNvPr id="0" name=""/>
        <dsp:cNvSpPr/>
      </dsp:nvSpPr>
      <dsp:spPr>
        <a:xfrm>
          <a:off x="0" y="1719954"/>
          <a:ext cx="10927829" cy="752895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Normalisation</a:t>
          </a:r>
        </a:p>
      </dsp:txBody>
      <dsp:txXfrm>
        <a:off x="36753" y="1756707"/>
        <a:ext cx="10854323" cy="679389"/>
      </dsp:txXfrm>
    </dsp:sp>
    <dsp:sp modelId="{560C751A-86D6-BB47-9255-7B634287DE5A}">
      <dsp:nvSpPr>
        <dsp:cNvPr id="0" name=""/>
        <dsp:cNvSpPr/>
      </dsp:nvSpPr>
      <dsp:spPr>
        <a:xfrm>
          <a:off x="0" y="2567890"/>
          <a:ext cx="10927829" cy="752895"/>
        </a:xfrm>
        <a:prstGeom prst="round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Fallback resilience</a:t>
          </a:r>
        </a:p>
      </dsp:txBody>
      <dsp:txXfrm>
        <a:off x="36753" y="2604643"/>
        <a:ext cx="10854323" cy="679389"/>
      </dsp:txXfrm>
    </dsp:sp>
    <dsp:sp modelId="{3AA192C6-1236-3C42-BDC4-8F4FF3B8B589}">
      <dsp:nvSpPr>
        <dsp:cNvPr id="0" name=""/>
        <dsp:cNvSpPr/>
      </dsp:nvSpPr>
      <dsp:spPr>
        <a:xfrm>
          <a:off x="0" y="3415825"/>
          <a:ext cx="10927829" cy="752895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Prompt-driven analysis</a:t>
          </a:r>
        </a:p>
      </dsp:txBody>
      <dsp:txXfrm>
        <a:off x="36753" y="3452578"/>
        <a:ext cx="10854323" cy="6793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AB88F-0EE2-40F7-8313-3057D38780C5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221A7-57B4-4180-BCC8-43B06CC854AE}">
      <dsp:nvSpPr>
        <dsp:cNvPr id="0" name=""/>
        <dsp:cNvSpPr/>
      </dsp:nvSpPr>
      <dsp:spPr>
        <a:xfrm>
          <a:off x="1135476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9D957-0BC3-4810-9EBF-2034AF558314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Explainable baseline</a:t>
          </a:r>
        </a:p>
      </dsp:txBody>
      <dsp:txXfrm>
        <a:off x="93445" y="3018902"/>
        <a:ext cx="3206250" cy="720000"/>
      </dsp:txXfrm>
    </dsp:sp>
    <dsp:sp modelId="{8413EE47-7E5E-4B3B-B3ED-D297234138B0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DF02D3-4106-45A5-B26D-57012A333B33}">
      <dsp:nvSpPr>
        <dsp:cNvPr id="0" name=""/>
        <dsp:cNvSpPr/>
      </dsp:nvSpPr>
      <dsp:spPr>
        <a:xfrm>
          <a:off x="4902820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87E95-B96E-406C-82D1-0B7DF653B73E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Safe AI layer with backups</a:t>
          </a:r>
        </a:p>
      </dsp:txBody>
      <dsp:txXfrm>
        <a:off x="3860789" y="3018902"/>
        <a:ext cx="3206250" cy="720000"/>
      </dsp:txXfrm>
    </dsp:sp>
    <dsp:sp modelId="{4C70C9C8-C2C3-4141-B004-39392D19B6C8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044D-F31D-47D0-9D13-93B89A25A797}">
      <dsp:nvSpPr>
        <dsp:cNvPr id="0" name=""/>
        <dsp:cNvSpPr/>
      </dsp:nvSpPr>
      <dsp:spPr>
        <a:xfrm>
          <a:off x="8670164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231D6-223C-4506-904B-4FC6789671CA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Flexible CSV outputs</a:t>
          </a:r>
        </a:p>
      </dsp:txBody>
      <dsp:txXfrm>
        <a:off x="7628133" y="3018902"/>
        <a:ext cx="32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7136B-07BB-3041-AACE-54270F0E1C35}">
      <dsp:nvSpPr>
        <dsp:cNvPr id="0" name=""/>
        <dsp:cNvSpPr/>
      </dsp:nvSpPr>
      <dsp:spPr>
        <a:xfrm>
          <a:off x="0" y="48452"/>
          <a:ext cx="10927829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Weather integration</a:t>
          </a:r>
        </a:p>
      </dsp:txBody>
      <dsp:txXfrm>
        <a:off x="45663" y="94115"/>
        <a:ext cx="10836503" cy="844089"/>
      </dsp:txXfrm>
    </dsp:sp>
    <dsp:sp modelId="{25F58902-AEE7-464F-B854-77BC45C1EC1B}">
      <dsp:nvSpPr>
        <dsp:cNvPr id="0" name=""/>
        <dsp:cNvSpPr/>
      </dsp:nvSpPr>
      <dsp:spPr>
        <a:xfrm>
          <a:off x="0" y="1101947"/>
          <a:ext cx="10927829" cy="935415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Open integrations through AI</a:t>
          </a:r>
        </a:p>
      </dsp:txBody>
      <dsp:txXfrm>
        <a:off x="45663" y="1147610"/>
        <a:ext cx="10836503" cy="844089"/>
      </dsp:txXfrm>
    </dsp:sp>
    <dsp:sp modelId="{817F9900-BF28-8F45-9DFD-C61F0BDD4AE5}">
      <dsp:nvSpPr>
        <dsp:cNvPr id="0" name=""/>
        <dsp:cNvSpPr/>
      </dsp:nvSpPr>
      <dsp:spPr>
        <a:xfrm>
          <a:off x="0" y="2155442"/>
          <a:ext cx="10927829" cy="935415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Elasticity modelling</a:t>
          </a:r>
        </a:p>
      </dsp:txBody>
      <dsp:txXfrm>
        <a:off x="45663" y="2201105"/>
        <a:ext cx="10836503" cy="844089"/>
      </dsp:txXfrm>
    </dsp:sp>
    <dsp:sp modelId="{ADEE7B63-7F04-374C-A355-8B2BA6BFF6DD}">
      <dsp:nvSpPr>
        <dsp:cNvPr id="0" name=""/>
        <dsp:cNvSpPr/>
      </dsp:nvSpPr>
      <dsp:spPr>
        <a:xfrm>
          <a:off x="0" y="3208937"/>
          <a:ext cx="10927829" cy="935415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Persistence</a:t>
          </a:r>
        </a:p>
      </dsp:txBody>
      <dsp:txXfrm>
        <a:off x="45663" y="3254600"/>
        <a:ext cx="10836503" cy="844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7312B-5A4A-4A23-9EE8-02A10F250669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29223-7BA8-434C-9F43-897274A52BE2}">
      <dsp:nvSpPr>
        <dsp:cNvPr id="0" name=""/>
        <dsp:cNvSpPr/>
      </dsp:nvSpPr>
      <dsp:spPr>
        <a:xfrm>
          <a:off x="1135476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CD26B-3CC7-43A7-8499-DC0CBD012BCC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Pilot deployment</a:t>
          </a:r>
        </a:p>
      </dsp:txBody>
      <dsp:txXfrm>
        <a:off x="93445" y="3018902"/>
        <a:ext cx="3206250" cy="720000"/>
      </dsp:txXfrm>
    </dsp:sp>
    <dsp:sp modelId="{346D1749-F19D-45E7-9BBE-DCCF509E6C86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6DAB5-262B-42A2-9618-504D79178D75}">
      <dsp:nvSpPr>
        <dsp:cNvPr id="0" name=""/>
        <dsp:cNvSpPr/>
      </dsp:nvSpPr>
      <dsp:spPr>
        <a:xfrm>
          <a:off x="4902820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4D472-B6A8-4AFD-9937-6C2E92A0182A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Data partnership</a:t>
          </a:r>
        </a:p>
      </dsp:txBody>
      <dsp:txXfrm>
        <a:off x="3860789" y="3018902"/>
        <a:ext cx="3206250" cy="720000"/>
      </dsp:txXfrm>
    </dsp:sp>
    <dsp:sp modelId="{F87BA60C-CD16-40D8-ADA9-C4B2E2E9682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582A4-5A82-4109-BBB2-BEE91FDB5B92}">
      <dsp:nvSpPr>
        <dsp:cNvPr id="0" name=""/>
        <dsp:cNvSpPr/>
      </dsp:nvSpPr>
      <dsp:spPr>
        <a:xfrm>
          <a:off x="8670164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5A1D0-E080-4468-B3C9-9E8C5C9E8BD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Evaluation criteria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3DAE-5D49-2677-C5F8-846E56418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2DE29-7566-6FBB-B69C-F4593163E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23E40-116F-7686-0884-86D41AB7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B6EAA-5DBC-CABA-4A55-E1EDDEB1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A54C-0898-7789-05E9-EB4C0C68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5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F8C-C828-906A-11FB-E9980A6D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4705A-754D-B7E0-EEFD-B89C02A4B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10F7-86EC-11F1-422A-5C3C73AA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C4396-D20C-F2E8-AD96-09C373E2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D4F47-116D-C323-AC14-9E702403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1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48F4-7826-CFAC-C8E3-A375504D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E4B1A-4A1D-DE28-1814-7AA572228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46B63-3DC3-D4C7-9AAF-10E368EB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0122C-F523-4B27-CCB8-85B5CEED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9EA86-933B-E161-7A36-18398498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7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282D-5122-E3BC-0E93-E39D052D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C7A4D-9A55-8369-1340-0CDD63E77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D9493-9AB1-A91D-9823-DC994EFB3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AA3D9-1D6F-7624-67FF-70F73D87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67FE7-F81F-3577-2E94-1FF7DE49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47ABD-03A5-90EB-8B65-4FBE19C3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1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CD4B-3E82-7A4C-CD02-D155C063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151A5-1403-7D71-0C3F-B14FA2BE6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48B94-7C02-671F-3792-4CB1C6B6D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8E6A6-A0D7-8388-61ED-1EDA710F5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046DC-C57F-CE59-DDA2-5445289D8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6602A-C5E1-B560-4645-1DBE7FF7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D7160-A138-8D70-1358-66203797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05EA5-0466-CD66-3D26-70703105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5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8C8-5F02-FDBF-877A-E0B1173D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8A9BB-E776-0168-A9BE-57C5DB86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AE43F-3E4D-5D59-8CB4-8E81C87C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21CD0-AE7C-ADC4-C6B6-3BF120DA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6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D8460-F76D-3C02-09EA-94F241ED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65A76-9972-9B54-1D38-67C85C9B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A85D0-4F20-6B40-E733-DF84F726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8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31A5-9B1D-8C2E-64F9-F3861607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7F302-8553-E12C-6F2C-11F4566C1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F8E4B-E0D4-0FB5-5835-7DED7F68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311F4-C7FC-FA8E-03D9-226AD2CD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2B05C-17BE-A0C0-0507-AB5894E5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D4247-34C2-1247-6BEA-C7EAF53C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7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20E5-1B99-5B42-66F7-07B51A29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5FB17-1C4A-D475-EAE2-3F89A9D26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5A925-0C95-D656-E9BE-0CAA078BE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D1A1E-D29F-7352-F45A-6720EDB6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A516E-2040-0EEC-0F11-7C3F9572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9C24F-DD3B-CEBB-714F-9212944A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2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CDC1-C0E1-F004-4B16-3110D628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26438-0F9E-98EE-8BAC-CA987F6B2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16C90-74A5-FAF8-A353-316D4B91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55E9-04F1-1875-87A5-D1AB7AB6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D2C20-BDC2-138A-6A9F-E047762D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9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1E8B06-55FC-1AA0-73C7-C3A075126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0CF0C-32AB-4E9D-88BD-F281153B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D49F2-F2E7-2D12-D376-061035E5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B73CA-6AB3-4F8B-DB45-2BEA2686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55E2F-F42E-F917-56AF-33BF4237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7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271B5-7D93-D235-6446-87BA5041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593A4-CA23-833E-D87F-5BAA56BFE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1D7B-77FF-1BAF-1912-29CACF6B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7C42E-C075-854E-AD2D-71B66ACF64AC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99655-62EF-38F6-4C7C-B3EEDFE19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54D0-D750-E254-625C-8A45F3568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87F9C-1D4F-FD4B-9613-D4DAB7936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1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AB87B2-661B-B5BA-AB42-FEB227E07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</a:rPr>
              <a:t>WattForge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6E5DD-36D0-737C-6A15-7DA43CA86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Hack Junction 2025</a:t>
            </a:r>
          </a:p>
        </p:txBody>
      </p:sp>
    </p:spTree>
    <p:extLst>
      <p:ext uri="{BB962C8B-B14F-4D97-AF65-F5344CB8AC3E}">
        <p14:creationId xmlns:p14="http://schemas.microsoft.com/office/powerpoint/2010/main" val="222877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Smoke from a factory">
            <a:extLst>
              <a:ext uri="{FF2B5EF4-FFF2-40B4-BE49-F238E27FC236}">
                <a16:creationId xmlns:a16="http://schemas.microsoft.com/office/drawing/2014/main" id="{5095CA15-C820-D868-67C8-B3AF08C167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3118267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0C57C-A7E6-592A-48A2-0CFA3404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5" y="910431"/>
            <a:ext cx="5976730" cy="1466455"/>
          </a:xfrm>
        </p:spPr>
        <p:txBody>
          <a:bodyPr anchor="b"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Problem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9B13D-3041-6ACD-21D8-B74CC7B2F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Electricity is hard to come by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sz="2500" dirty="0" err="1">
                <a:solidFill>
                  <a:schemeClr val="bg1"/>
                </a:solidFill>
              </a:rPr>
              <a:t>Organisations</a:t>
            </a:r>
            <a:r>
              <a:rPr lang="en-US" sz="2500" dirty="0">
                <a:solidFill>
                  <a:schemeClr val="bg1"/>
                </a:solidFill>
              </a:rPr>
              <a:t> don’t know how much to generate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Different regions use a variety of energy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E92FD-21D6-84F6-28C6-CE5DB698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Solution Overview: </a:t>
            </a:r>
            <a:r>
              <a:rPr lang="en-US" sz="6000" dirty="0" err="1">
                <a:solidFill>
                  <a:srgbClr val="FFFFFF"/>
                </a:solidFill>
              </a:rPr>
              <a:t>WattForge</a:t>
            </a:r>
            <a:endParaRPr lang="en-US" sz="6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395931-BC1F-3E4C-53CF-8DD3736A8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8878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3982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A11F1-F810-6466-C56F-574C27A5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Data &amp; Features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856370-D32D-A38D-7CB0-1BFAD25E4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42756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304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46363-31B5-5FDA-1419-8C9A1A61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</a:rPr>
              <a:t>Forecasting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23B4-BC98-F2AA-D1E6-372FA82BA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5152413" cy="554604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48-hour diurnal</a:t>
            </a:r>
          </a:p>
          <a:p>
            <a:endParaRPr lang="en-US" sz="3200" dirty="0"/>
          </a:p>
          <a:p>
            <a:r>
              <a:rPr lang="en-US" sz="3200" dirty="0"/>
              <a:t>12-month seasonal synthesis</a:t>
            </a:r>
          </a:p>
          <a:p>
            <a:endParaRPr lang="en-US" sz="3200" dirty="0"/>
          </a:p>
          <a:p>
            <a:r>
              <a:rPr lang="en-US" sz="3200" dirty="0" err="1"/>
              <a:t>Utilisation</a:t>
            </a:r>
            <a:r>
              <a:rPr lang="en-US" sz="3200" dirty="0"/>
              <a:t> of LLM enrichment</a:t>
            </a:r>
          </a:p>
        </p:txBody>
      </p:sp>
    </p:spTree>
    <p:extLst>
      <p:ext uri="{BB962C8B-B14F-4D97-AF65-F5344CB8AC3E}">
        <p14:creationId xmlns:p14="http://schemas.microsoft.com/office/powerpoint/2010/main" val="194941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4B93C-AF51-CC42-2F5D-842BD37F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2FC4F5-1A72-C0C2-4466-A55200092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0666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24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094DD-8EBA-97C1-EFF6-732C9012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AI &amp; Guardrails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9373B81-26FC-028F-2BCA-99CF94520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5159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987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DF87C-686A-B86D-6BD9-B09A950DA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Differentiators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FC4365-D327-BEFF-6717-3DBBA59DE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6168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312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33B66-38CE-E5CE-27A7-66AAC109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00E80-AD4C-2BB9-C94D-00AE8986E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1210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80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BBB75-CAC1-C30E-3A80-9C2E73AC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D030F1-30B1-F1AD-CEDF-29B8B2D495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9586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80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14</TotalTime>
  <Words>110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Office Theme</vt:lpstr>
      <vt:lpstr>WattForge</vt:lpstr>
      <vt:lpstr>Problem Context</vt:lpstr>
      <vt:lpstr>Solution Overview: WattForge</vt:lpstr>
      <vt:lpstr>Data &amp; Features</vt:lpstr>
      <vt:lpstr>Forecasting Approach</vt:lpstr>
      <vt:lpstr>Business Impact</vt:lpstr>
      <vt:lpstr>AI &amp; Guardrails</vt:lpstr>
      <vt:lpstr>Differentiators</vt:lpstr>
      <vt:lpstr>Roadmap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Drummond</dc:creator>
  <cp:lastModifiedBy>Adam Drummond</cp:lastModifiedBy>
  <cp:revision>1</cp:revision>
  <dcterms:created xsi:type="dcterms:W3CDTF">2025-11-16T01:45:37Z</dcterms:created>
  <dcterms:modified xsi:type="dcterms:W3CDTF">2025-11-16T02:00:11Z</dcterms:modified>
</cp:coreProperties>
</file>